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60c8202515c428e" /><Relationship Type="http://schemas.openxmlformats.org/officeDocument/2006/relationships/extended-properties" Target="/docProps/app.xml" Id="R9c0409f653674507" /><Relationship Type="http://schemas.openxmlformats.org/officeDocument/2006/relationships/officeDocument" Target="/ppt/presentation.xml" Id="R4508a555dfc64c55" /></Relationships>
</file>

<file path=ppt/presentation.xml><?xml version="1.0" encoding="utf-8"?>
<p:presentation xmlns:p="http://schemas.openxmlformats.org/presentationml/2006/main">
  <p:sldMasterIdLst>
    <p:sldMasterId xmlns:r="http://schemas.openxmlformats.org/officeDocument/2006/relationships" id="2147483648" r:id="Re2ccd63ee6494477"/>
  </p:sldMasterIdLst>
  <p:notesMasterIdLst>
    <p:notesMasterId xmlns:r="http://schemas.openxmlformats.org/officeDocument/2006/relationships" r:id="Rd7079372189949b4"/>
  </p:notesMasterIdLst>
  <p:sldIdLst>
    <p:sldId xmlns:r="http://schemas.openxmlformats.org/officeDocument/2006/relationships" id="256" r:id="Rfc26e66a779c4274"/>
    <p:sldId xmlns:r="http://schemas.openxmlformats.org/officeDocument/2006/relationships" id="257" r:id="R35140bda8b04448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c53d9da335e4324" /><Relationship Type="http://schemas.openxmlformats.org/officeDocument/2006/relationships/slideMaster" Target="/ppt/slideMasters/slideMaster1.xml" Id="Re2ccd63ee6494477" /><Relationship Type="http://schemas.openxmlformats.org/officeDocument/2006/relationships/notesMaster" Target="/ppt/notesMasters/notesMaster1.xml" Id="Rd7079372189949b4" /><Relationship Type="http://schemas.openxmlformats.org/officeDocument/2006/relationships/presProps" Target="/ppt/presProps.xml" Id="R34f2fd3282b94032" /><Relationship Type="http://schemas.openxmlformats.org/officeDocument/2006/relationships/tableStyles" Target="/ppt/tableStyles.xml" Id="Rd9c6fb40a46d4359" /><Relationship Type="http://schemas.openxmlformats.org/officeDocument/2006/relationships/slide" Target="/ppt/slides/slide1.xml" Id="Rfc26e66a779c4274" /><Relationship Type="http://schemas.openxmlformats.org/officeDocument/2006/relationships/slide" Target="/ppt/slides/slide2.xml" Id="R35140bda8b04448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034fd8632f46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9acd6f6b134b65" /><Relationship Type="http://schemas.openxmlformats.org/officeDocument/2006/relationships/notesMaster" Target="/ppt/notesMasters/notesMaster1.xml" Id="R30f7d7a5abf648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5fd3fe37f34ed9" /><Relationship Type="http://schemas.openxmlformats.org/officeDocument/2006/relationships/notesMaster" Target="/ppt/notesMasters/notesMaster1.xml" Id="R438c5a667af44a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구조 설명: Harness는 Agent Loop, Context, 권한, 승인, 재시도, 검증과 로그를 관리하는 공통 실행환경. Main Agent는 사용자 요청을 해석해 Skill, Sub Agent, Tool을 조정. Skill은 업무 절차와 판단 기준, Tool은 실제 실행 기능. MCP는 Agent가 Tool을 발견하고 호출하며 결과를 받는 공통 연결 규약. 전략 설명: 표준화 범위는 Harness/Main Agent 기반, MCP 연결 방식과 공통 출력 형식에 집중하고, Tool 이름과 내부 업무 로직은 조직 자율로 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Harness 구현은 Framework Runtime + 조직별 제어 코드 + 운영 정책 + Markdown/Prompt의 결합으로 이해하는 것이 적절함. Skill은 특정 업무 절차를 설명하고, Harness는 Agent 전체 실행환경을 통제함. 실제 시스템 권한은 Tool 또는 기존 인증체계에서 최종 확인함.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288e1b11704af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c5f1ce4e5c42e4" /><Relationship Type="http://schemas.openxmlformats.org/officeDocument/2006/relationships/slideLayout" Target="/ppt/slideLayouts/slideLayout1.xml" Id="R18056750d02041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8056750d02041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52f4f52dcfd4618" /><Relationship Type="http://schemas.openxmlformats.org/officeDocument/2006/relationships/notesSlide" Target="/ppt/notesSlides/notesSlide1.xml" Id="R05709a3f9bc34b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484af81d8944032" /><Relationship Type="http://schemas.openxmlformats.org/officeDocument/2006/relationships/notesSlide" Target="/ppt/notesSlides/notesSlide2.xml" Id="R1124964a1baa4b1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0" name="header">
            <a:extLst xmlns:a="http://schemas.openxmlformats.org/drawingml/2006/main">
              <a:ext uri="{FF2B5EF4-FFF2-40B4-BE49-F238E27FC236}">
                <a16:creationId xmlns:a16="http://schemas.microsoft.com/office/drawing/2014/main" id="{E384B058-A1E0-43F2-A747-028057DE300E}"/>
              </a:ext>
            </a:extLst>
          </p:cNvPr>
          <p:cNvSpPr>
            <a:spLocks xmlns:a="http://schemas.openxmlformats.org/drawingml/2006/main"/>
          </p:cNvSpPr>
          <p:nvPr/>
        </p:nvSpPr>
        <p:spPr>
          <a:xfrm xmlns:a="http://schemas.openxmlformats.org/drawingml/2006/main">
            <a:off x="457200" y="23812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75" b="1">
                <a:ln w="7144">
                  <a:solidFill>
                    <a:srgbClr val="FFFFFF">
                      <a:alpha val="0"/>
                    </a:srgbClr>
                  </a:solidFill>
                  <a:prstDash val="solid"/>
                </a:ln>
                <a:solidFill>
                  <a:srgbClr val="4A4A4A"/>
                </a:solidFill>
                <a:latin typeface="맑은 고딕"/>
                <a:ea typeface="맑은 고딕"/>
                <a:cs typeface="맑은 고딕"/>
              </a:defRPr>
            </a:pPr>
            <a:r>
              <a:rPr sz="975" b="1">
                <a:ln w="7144">
                  <a:solidFill>
                    <a:srgbClr val="FFFFFF">
                      <a:alpha val="0"/>
                    </a:srgbClr>
                  </a:solidFill>
                  <a:prstDash val="solid"/>
                </a:ln>
                <a:solidFill>
                  <a:srgbClr val="4A4A4A"/>
                </a:solidFill>
                <a:latin typeface="맑은 고딕"/>
                <a:ea typeface="맑은 고딕"/>
                <a:cs typeface="맑은 고딕"/>
              </a:rPr>
              <a:t>AI AGENT OPERATING MODEL</a:t>
            </a:r>
          </a:p>
        </p:txBody>
      </p:sp>
      <p:sp>
        <p:nvSpPr>
          <p:cNvPr id="2" name="page">
            <a:extLst xmlns:a="http://schemas.openxmlformats.org/drawingml/2006/main">
              <a:ext uri="{FF2B5EF4-FFF2-40B4-BE49-F238E27FC236}">
                <a16:creationId xmlns:a16="http://schemas.microsoft.com/office/drawing/2014/main" id="{A0D38BFD-9B8B-496B-A2CA-777C3DE7A4CF}"/>
              </a:ext>
            </a:extLst>
          </p:cNvPr>
          <p:cNvSpPr>
            <a:spLocks xmlns:a="http://schemas.openxmlformats.org/drawingml/2006/main"/>
          </p:cNvSpPr>
          <p:nvPr/>
        </p:nvSpPr>
        <p:spPr>
          <a:xfrm xmlns:a="http://schemas.openxmlformats.org/drawingml/2006/main">
            <a:off x="11144250" y="238125"/>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75" b="1">
                <a:ln w="7144">
                  <a:solidFill>
                    <a:srgbClr val="FFFFFF">
                      <a:alpha val="0"/>
                    </a:srgbClr>
                  </a:solidFill>
                  <a:prstDash val="solid"/>
                </a:ln>
                <a:solidFill>
                  <a:srgbClr val="989898"/>
                </a:solidFill>
                <a:latin typeface="맑은 고딕"/>
                <a:ea typeface="맑은 고딕"/>
                <a:cs typeface="맑은 고딕"/>
              </a:defRPr>
            </a:pPr>
            <a:r>
              <a:rPr sz="975" b="1">
                <a:ln w="7144">
                  <a:solidFill>
                    <a:srgbClr val="FFFFFF">
                      <a:alpha val="0"/>
                    </a:srgbClr>
                  </a:solidFill>
                  <a:prstDash val="solid"/>
                </a:ln>
                <a:solidFill>
                  <a:srgbClr val="989898"/>
                </a:solidFill>
                <a:latin typeface="맑은 고딕"/>
                <a:ea typeface="맑은 고딕"/>
                <a:cs typeface="맑은 고딕"/>
              </a:rPr>
              <a:t>01</a:t>
            </a:r>
          </a:p>
        </p:txBody>
      </p:sp>
      <p:sp>
        <p:nvSpPr>
          <p:cNvPr id="3" name="header-rule">
            <a:extLst xmlns:a="http://schemas.openxmlformats.org/drawingml/2006/main">
              <a:ext uri="{FF2B5EF4-FFF2-40B4-BE49-F238E27FC236}">
                <a16:creationId xmlns:a16="http://schemas.microsoft.com/office/drawing/2014/main" id="{3CEB0119-2E8E-41C4-B648-998242C13DD8}"/>
              </a:ext>
            </a:extLst>
          </p:cNvPr>
          <p:cNvSpPr>
            <a:spLocks xmlns:a="http://schemas.openxmlformats.org/drawingml/2006/main"/>
          </p:cNvSpPr>
          <p:nvPr/>
        </p:nvSpPr>
        <p:spPr>
          <a:xfrm xmlns:a="http://schemas.openxmlformats.org/drawingml/2006/main">
            <a:off x="457200" y="552450"/>
            <a:ext cx="11277600" cy="11430"/>
          </a:xfrm>
          <a:prstGeom xmlns:a="http://schemas.openxmlformats.org/drawingml/2006/main" prst="rect">
            <a:avLst/>
          </a:prstGeom>
          <a:solidFill xmlns:a="http://schemas.openxmlformats.org/drawingml/2006/main">
            <a:srgbClr val="151515"/>
          </a:solidFill>
          <a:ln xmlns:a="http://schemas.openxmlformats.org/drawingml/2006/main" w="0">
            <a:noFill/>
            <a:prstDash val="solid"/>
          </a:ln>
        </p:spPr>
      </p:sp>
      <p:sp>
        <p:nvSpPr>
          <p:cNvPr id="4" name="title">
            <a:extLst xmlns:a="http://schemas.openxmlformats.org/drawingml/2006/main">
              <a:ext uri="{FF2B5EF4-FFF2-40B4-BE49-F238E27FC236}">
                <a16:creationId xmlns:a16="http://schemas.microsoft.com/office/drawing/2014/main" id="{C341659C-5403-4766-B97A-7E5D78E8B897}"/>
              </a:ext>
            </a:extLst>
          </p:cNvPr>
          <p:cNvSpPr>
            <a:spLocks xmlns:a="http://schemas.openxmlformats.org/drawingml/2006/main"/>
          </p:cNvSpPr>
          <p:nvPr/>
        </p:nvSpPr>
        <p:spPr>
          <a:xfrm xmlns:a="http://schemas.openxmlformats.org/drawingml/2006/main">
            <a:off x="457200" y="7239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ln w="7144">
                  <a:solidFill>
                    <a:srgbClr val="FFFFFF">
                      <a:alpha val="0"/>
                    </a:srgbClr>
                  </a:solidFill>
                  <a:prstDash val="solid"/>
                </a:ln>
                <a:solidFill>
                  <a:srgbClr val="151515"/>
                </a:solidFill>
                <a:latin typeface="맑은 고딕"/>
                <a:ea typeface="맑은 고딕"/>
                <a:cs typeface="맑은 고딕"/>
              </a:defRPr>
            </a:pPr>
            <a:r>
              <a:rPr sz="2250" b="1">
                <a:ln w="7144">
                  <a:solidFill>
                    <a:srgbClr val="FFFFFF">
                      <a:alpha val="0"/>
                    </a:srgbClr>
                  </a:solidFill>
                  <a:prstDash val="solid"/>
                </a:ln>
                <a:solidFill>
                  <a:srgbClr val="151515"/>
                </a:solidFill>
                <a:latin typeface="맑은 고딕"/>
                <a:ea typeface="맑은 고딕"/>
                <a:cs typeface="맑은 고딕"/>
              </a:rPr>
              <a:t>공통 Agent 기반 위에 조직별 Skill과 Tool을 연결</a:t>
            </a:r>
          </a:p>
        </p:txBody>
      </p:sp>
      <p:sp>
        <p:nvSpPr>
          <p:cNvPr id="5" name="subtitle">
            <a:extLst xmlns:a="http://schemas.openxmlformats.org/drawingml/2006/main">
              <a:ext uri="{FF2B5EF4-FFF2-40B4-BE49-F238E27FC236}">
                <a16:creationId xmlns:a16="http://schemas.microsoft.com/office/drawing/2014/main" id="{EFDEA63D-861E-4F18-AD96-B9C84238A2DC}"/>
              </a:ext>
            </a:extLst>
          </p:cNvPr>
          <p:cNvSpPr>
            <a:spLocks xmlns:a="http://schemas.openxmlformats.org/drawingml/2006/main"/>
          </p:cNvSpPr>
          <p:nvPr/>
        </p:nvSpPr>
        <p:spPr>
          <a:xfrm xmlns:a="http://schemas.openxmlformats.org/drawingml/2006/main">
            <a:off x="466725" y="117157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63" b="0">
                <a:ln w="7144">
                  <a:solidFill>
                    <a:srgbClr val="FFFFFF">
                      <a:alpha val="0"/>
                    </a:srgbClr>
                  </a:solidFill>
                  <a:prstDash val="solid"/>
                </a:ln>
                <a:solidFill>
                  <a:srgbClr val="777777"/>
                </a:solidFill>
                <a:latin typeface="맑은 고딕"/>
                <a:ea typeface="맑은 고딕"/>
                <a:cs typeface="맑은 고딕"/>
              </a:defRPr>
            </a:pPr>
            <a:r>
              <a:rPr sz="1163" b="0">
                <a:ln w="7144">
                  <a:solidFill>
                    <a:srgbClr val="FFFFFF">
                      <a:alpha val="0"/>
                    </a:srgbClr>
                  </a:solidFill>
                  <a:prstDash val="solid"/>
                </a:ln>
                <a:solidFill>
                  <a:srgbClr val="777777"/>
                </a:solidFill>
                <a:latin typeface="맑은 고딕"/>
                <a:ea typeface="맑은 고딕"/>
                <a:cs typeface="맑은 고딕"/>
              </a:rPr>
              <a:t>하나의 Harness가 실행을 통제하고, Main Agent가 필요한 Skill·Sub Agent·Tool을 조정</a:t>
            </a:r>
          </a:p>
        </p:txBody>
      </p:sp>
      <p:sp>
        <p:nvSpPr>
          <p:cNvPr id="6" name="section-전체 구조">
            <a:extLst xmlns:a="http://schemas.openxmlformats.org/drawingml/2006/main">
              <a:ext uri="{FF2B5EF4-FFF2-40B4-BE49-F238E27FC236}">
                <a16:creationId xmlns:a16="http://schemas.microsoft.com/office/drawing/2014/main" id="{3ADB7BC2-4CCB-4B2A-AE44-F85A3F2EE238}"/>
              </a:ext>
            </a:extLst>
          </p:cNvPr>
          <p:cNvSpPr>
            <a:spLocks xmlns:a="http://schemas.openxmlformats.org/drawingml/2006/main"/>
          </p:cNvSpPr>
          <p:nvPr/>
        </p:nvSpPr>
        <p:spPr>
          <a:xfrm xmlns:a="http://schemas.openxmlformats.org/drawingml/2006/main">
            <a:off x="457200" y="1638300"/>
            <a:ext cx="1028700" cy="266700"/>
          </a:xfrm>
          <a:prstGeom xmlns:a="http://schemas.openxmlformats.org/drawingml/2006/main" prst="roundRect">
            <a:avLst>
              <a:gd name="adj" fmla="val 7143"/>
            </a:avLst>
          </a:prstGeom>
          <a:solidFill xmlns:a="http://schemas.openxmlformats.org/drawingml/2006/main">
            <a:srgbClr val="151515"/>
          </a:solidFill>
          <a:ln xmlns:a="http://schemas.openxmlformats.org/drawingml/2006/main" w="9525">
            <a:solidFill>
              <a:srgbClr val="151515"/>
            </a:solidFill>
            <a:prstDash val="solid"/>
          </a:ln>
        </p:spPr>
      </p:sp>
      <p:sp>
        <p:nvSpPr>
          <p:cNvPr id="7" name="section-text-전체 구조">
            <a:extLst xmlns:a="http://schemas.openxmlformats.org/drawingml/2006/main">
              <a:ext uri="{FF2B5EF4-FFF2-40B4-BE49-F238E27FC236}">
                <a16:creationId xmlns:a16="http://schemas.microsoft.com/office/drawing/2014/main" id="{7A9F9960-5C2D-4F8A-88FB-069BD7F82DB3}"/>
              </a:ext>
            </a:extLst>
          </p:cNvPr>
          <p:cNvSpPr>
            <a:spLocks xmlns:a="http://schemas.openxmlformats.org/drawingml/2006/main"/>
          </p:cNvSpPr>
          <p:nvPr/>
        </p:nvSpPr>
        <p:spPr>
          <a:xfrm xmlns:a="http://schemas.openxmlformats.org/drawingml/2006/main">
            <a:off x="571500" y="1638300"/>
            <a:ext cx="800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38" b="1">
                <a:ln w="7144">
                  <a:solidFill>
                    <a:srgbClr val="FFFFFF">
                      <a:alpha val="0"/>
                    </a:srgbClr>
                  </a:solidFill>
                  <a:prstDash val="solid"/>
                </a:ln>
                <a:solidFill>
                  <a:srgbClr val="FFFFFF"/>
                </a:solidFill>
                <a:latin typeface="맑은 고딕"/>
                <a:ea typeface="맑은 고딕"/>
                <a:cs typeface="맑은 고딕"/>
              </a:defRPr>
            </a:pPr>
            <a:r>
              <a:rPr sz="938" b="1">
                <a:ln w="7144">
                  <a:solidFill>
                    <a:srgbClr val="FFFFFF">
                      <a:alpha val="0"/>
                    </a:srgbClr>
                  </a:solidFill>
                  <a:prstDash val="solid"/>
                </a:ln>
                <a:solidFill>
                  <a:srgbClr val="FFFFFF"/>
                </a:solidFill>
                <a:latin typeface="맑은 고딕"/>
                <a:ea typeface="맑은 고딕"/>
                <a:cs typeface="맑은 고딕"/>
              </a:rPr>
              <a:t>전체 구조</a:t>
            </a:r>
          </a:p>
        </p:txBody>
      </p:sp>
      <p:sp>
        <p:nvSpPr>
          <p:cNvPr id="8" name="section-우리 부문 적용 전략">
            <a:extLst xmlns:a="http://schemas.openxmlformats.org/drawingml/2006/main">
              <a:ext uri="{FF2B5EF4-FFF2-40B4-BE49-F238E27FC236}">
                <a16:creationId xmlns:a16="http://schemas.microsoft.com/office/drawing/2014/main" id="{169F25D1-0599-4E72-B6FC-6C14E3FD22EA}"/>
              </a:ext>
            </a:extLst>
          </p:cNvPr>
          <p:cNvSpPr>
            <a:spLocks xmlns:a="http://schemas.openxmlformats.org/drawingml/2006/main"/>
          </p:cNvSpPr>
          <p:nvPr/>
        </p:nvSpPr>
        <p:spPr>
          <a:xfrm xmlns:a="http://schemas.openxmlformats.org/drawingml/2006/main">
            <a:off x="8039100" y="1638300"/>
            <a:ext cx="1752600" cy="266700"/>
          </a:xfrm>
          <a:prstGeom xmlns:a="http://schemas.openxmlformats.org/drawingml/2006/main" prst="roundRect">
            <a:avLst>
              <a:gd name="adj" fmla="val 7143"/>
            </a:avLst>
          </a:prstGeom>
          <a:solidFill xmlns:a="http://schemas.openxmlformats.org/drawingml/2006/main">
            <a:srgbClr val="151515"/>
          </a:solidFill>
          <a:ln xmlns:a="http://schemas.openxmlformats.org/drawingml/2006/main" w="9525">
            <a:solidFill>
              <a:srgbClr val="151515"/>
            </a:solidFill>
            <a:prstDash val="solid"/>
          </a:ln>
        </p:spPr>
      </p:sp>
      <p:sp>
        <p:nvSpPr>
          <p:cNvPr id="9" name="section-text-우리 부문 적용 전략">
            <a:extLst xmlns:a="http://schemas.openxmlformats.org/drawingml/2006/main">
              <a:ext uri="{FF2B5EF4-FFF2-40B4-BE49-F238E27FC236}">
                <a16:creationId xmlns:a16="http://schemas.microsoft.com/office/drawing/2014/main" id="{920551A4-ABE5-4C68-A00C-F1756368D735}"/>
              </a:ext>
            </a:extLst>
          </p:cNvPr>
          <p:cNvSpPr>
            <a:spLocks xmlns:a="http://schemas.openxmlformats.org/drawingml/2006/main"/>
          </p:cNvSpPr>
          <p:nvPr/>
        </p:nvSpPr>
        <p:spPr>
          <a:xfrm xmlns:a="http://schemas.openxmlformats.org/drawingml/2006/main">
            <a:off x="8153400" y="16383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38" b="1">
                <a:ln w="7144">
                  <a:solidFill>
                    <a:srgbClr val="FFFFFF">
                      <a:alpha val="0"/>
                    </a:srgbClr>
                  </a:solidFill>
                  <a:prstDash val="solid"/>
                </a:ln>
                <a:solidFill>
                  <a:srgbClr val="FFFFFF"/>
                </a:solidFill>
                <a:latin typeface="맑은 고딕"/>
                <a:ea typeface="맑은 고딕"/>
                <a:cs typeface="맑은 고딕"/>
              </a:defRPr>
            </a:pPr>
            <a:r>
              <a:rPr sz="938" b="1">
                <a:ln w="7144">
                  <a:solidFill>
                    <a:srgbClr val="FFFFFF">
                      <a:alpha val="0"/>
                    </a:srgbClr>
                  </a:solidFill>
                  <a:prstDash val="solid"/>
                </a:ln>
                <a:solidFill>
                  <a:srgbClr val="FFFFFF"/>
                </a:solidFill>
                <a:latin typeface="맑은 고딕"/>
                <a:ea typeface="맑은 고딕"/>
                <a:cs typeface="맑은 고딕"/>
              </a:rPr>
              <a:t>우리 부문 적용 전략</a:t>
            </a:r>
          </a:p>
        </p:txBody>
      </p:sp>
      <p:sp>
        <p:nvSpPr>
          <p:cNvPr id="10" name="vertical-divider">
            <a:extLst xmlns:a="http://schemas.openxmlformats.org/drawingml/2006/main">
              <a:ext uri="{FF2B5EF4-FFF2-40B4-BE49-F238E27FC236}">
                <a16:creationId xmlns:a16="http://schemas.microsoft.com/office/drawing/2014/main" id="{D1BE5086-5C15-4750-96F3-888BDF008336}"/>
              </a:ext>
            </a:extLst>
          </p:cNvPr>
          <p:cNvSpPr>
            <a:spLocks xmlns:a="http://schemas.openxmlformats.org/drawingml/2006/main"/>
          </p:cNvSpPr>
          <p:nvPr/>
        </p:nvSpPr>
        <p:spPr>
          <a:xfrm xmlns:a="http://schemas.openxmlformats.org/drawingml/2006/main">
            <a:off x="7800975" y="1638300"/>
            <a:ext cx="9525" cy="4314825"/>
          </a:xfrm>
          <a:prstGeom xmlns:a="http://schemas.openxmlformats.org/drawingml/2006/main" prst="rect">
            <a:avLst/>
          </a:prstGeom>
          <a:solidFill xmlns:a="http://schemas.openxmlformats.org/drawingml/2006/main">
            <a:srgbClr val="D5D5D5"/>
          </a:solidFill>
          <a:ln xmlns:a="http://schemas.openxmlformats.org/drawingml/2006/main" w="0">
            <a:noFill/>
            <a:prstDash val="solid"/>
          </a:ln>
        </p:spPr>
      </p:sp>
      <p:sp>
        <p:nvSpPr>
          <p:cNvPr id="11" name="agent-harness">
            <a:extLst xmlns:a="http://schemas.openxmlformats.org/drawingml/2006/main">
              <a:ext uri="{FF2B5EF4-FFF2-40B4-BE49-F238E27FC236}">
                <a16:creationId xmlns:a16="http://schemas.microsoft.com/office/drawing/2014/main" id="{36741142-5479-4C1D-A0DC-97AF4C9A009F}"/>
              </a:ext>
            </a:extLst>
          </p:cNvPr>
          <p:cNvSpPr>
            <a:spLocks xmlns:a="http://schemas.openxmlformats.org/drawingml/2006/main"/>
          </p:cNvSpPr>
          <p:nvPr/>
        </p:nvSpPr>
        <p:spPr>
          <a:xfrm xmlns:a="http://schemas.openxmlformats.org/drawingml/2006/main">
            <a:off x="457200" y="2019300"/>
            <a:ext cx="7143750" cy="600075"/>
          </a:xfrm>
          <a:prstGeom xmlns:a="http://schemas.openxmlformats.org/drawingml/2006/main" prst="roundRect">
            <a:avLst>
              <a:gd name="adj" fmla="val 9524"/>
            </a:avLst>
          </a:prstGeom>
          <a:solidFill xmlns:a="http://schemas.openxmlformats.org/drawingml/2006/main">
            <a:srgbClr val="151515"/>
          </a:solidFill>
          <a:ln xmlns:a="http://schemas.openxmlformats.org/drawingml/2006/main" w="9525">
            <a:solidFill>
              <a:srgbClr val="151515"/>
            </a:solidFill>
            <a:prstDash val="solid"/>
          </a:ln>
        </p:spPr>
      </p:sp>
      <p:sp>
        <p:nvSpPr>
          <p:cNvPr id="12" name="harness-title">
            <a:extLst xmlns:a="http://schemas.openxmlformats.org/drawingml/2006/main">
              <a:ext uri="{FF2B5EF4-FFF2-40B4-BE49-F238E27FC236}">
                <a16:creationId xmlns:a16="http://schemas.microsoft.com/office/drawing/2014/main" id="{DF1A2CD5-242A-48DC-8A0A-A8F5F9B37BCC}"/>
              </a:ext>
            </a:extLst>
          </p:cNvPr>
          <p:cNvSpPr>
            <a:spLocks xmlns:a="http://schemas.openxmlformats.org/drawingml/2006/main"/>
          </p:cNvSpPr>
          <p:nvPr/>
        </p:nvSpPr>
        <p:spPr>
          <a:xfrm xmlns:a="http://schemas.openxmlformats.org/drawingml/2006/main">
            <a:off x="666750" y="21145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ln w="7144">
                  <a:solidFill>
                    <a:srgbClr val="FFFFFF">
                      <a:alpha val="0"/>
                    </a:srgbClr>
                  </a:solidFill>
                  <a:prstDash val="solid"/>
                </a:ln>
                <a:solidFill>
                  <a:srgbClr val="FFFFFF"/>
                </a:solidFill>
                <a:latin typeface="맑은 고딕"/>
                <a:ea typeface="맑은 고딕"/>
                <a:cs typeface="맑은 고딕"/>
              </a:defRPr>
            </a:pPr>
            <a:r>
              <a:rPr sz="1350" b="1">
                <a:ln w="7144">
                  <a:solidFill>
                    <a:srgbClr val="FFFFFF">
                      <a:alpha val="0"/>
                    </a:srgbClr>
                  </a:solidFill>
                  <a:prstDash val="solid"/>
                </a:ln>
                <a:solidFill>
                  <a:srgbClr val="FFFFFF"/>
                </a:solidFill>
                <a:latin typeface="맑은 고딕"/>
                <a:ea typeface="맑은 고딕"/>
                <a:cs typeface="맑은 고딕"/>
              </a:rPr>
              <a:t>Agent Harness</a:t>
            </a:r>
          </a:p>
        </p:txBody>
      </p:sp>
      <p:sp>
        <p:nvSpPr>
          <p:cNvPr id="13" name="harness-kicker">
            <a:extLst xmlns:a="http://schemas.openxmlformats.org/drawingml/2006/main">
              <a:ext uri="{FF2B5EF4-FFF2-40B4-BE49-F238E27FC236}">
                <a16:creationId xmlns:a16="http://schemas.microsoft.com/office/drawing/2014/main" id="{1F079ECB-C80D-4C5D-BF6C-C2B515173750}"/>
              </a:ext>
            </a:extLst>
          </p:cNvPr>
          <p:cNvSpPr>
            <a:spLocks xmlns:a="http://schemas.openxmlformats.org/drawingml/2006/main"/>
          </p:cNvSpPr>
          <p:nvPr/>
        </p:nvSpPr>
        <p:spPr>
          <a:xfrm xmlns:a="http://schemas.openxmlformats.org/drawingml/2006/main">
            <a:off x="666750" y="2352675"/>
            <a:ext cx="1809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788" b="1">
                <a:ln w="7144">
                  <a:solidFill>
                    <a:srgbClr val="FFFFFF">
                      <a:alpha val="0"/>
                    </a:srgbClr>
                  </a:solidFill>
                  <a:prstDash val="solid"/>
                </a:ln>
                <a:solidFill>
                  <a:srgbClr val="BFBFBF"/>
                </a:solidFill>
                <a:latin typeface="맑은 고딕"/>
                <a:ea typeface="맑은 고딕"/>
                <a:cs typeface="맑은 고딕"/>
              </a:defRPr>
            </a:pPr>
            <a:r>
              <a:rPr sz="788" b="1">
                <a:ln w="7144">
                  <a:solidFill>
                    <a:srgbClr val="FFFFFF">
                      <a:alpha val="0"/>
                    </a:srgbClr>
                  </a:solidFill>
                  <a:prstDash val="solid"/>
                </a:ln>
                <a:solidFill>
                  <a:srgbClr val="BFBFBF"/>
                </a:solidFill>
                <a:latin typeface="맑은 고딕"/>
                <a:ea typeface="맑은 고딕"/>
                <a:cs typeface="맑은 고딕"/>
              </a:rPr>
              <a:t>공통 실행·통제 계층</a:t>
            </a:r>
          </a:p>
        </p:txBody>
      </p:sp>
      <p:sp>
        <p:nvSpPr>
          <p:cNvPr id="14" name="harness-capabilities">
            <a:extLst xmlns:a="http://schemas.openxmlformats.org/drawingml/2006/main">
              <a:ext uri="{FF2B5EF4-FFF2-40B4-BE49-F238E27FC236}">
                <a16:creationId xmlns:a16="http://schemas.microsoft.com/office/drawing/2014/main" id="{2E42F33C-EBF8-4EAF-958A-75F8914BBA13}"/>
              </a:ext>
            </a:extLst>
          </p:cNvPr>
          <p:cNvSpPr>
            <a:spLocks xmlns:a="http://schemas.openxmlformats.org/drawingml/2006/main"/>
          </p:cNvSpPr>
          <p:nvPr/>
        </p:nvSpPr>
        <p:spPr>
          <a:xfrm xmlns:a="http://schemas.openxmlformats.org/drawingml/2006/main">
            <a:off x="2381250" y="2143125"/>
            <a:ext cx="5010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15" b="0">
                <a:ln w="7144">
                  <a:solidFill>
                    <a:srgbClr val="FFFFFF">
                      <a:alpha val="0"/>
                    </a:srgbClr>
                  </a:solidFill>
                  <a:prstDash val="solid"/>
                </a:ln>
                <a:solidFill>
                  <a:srgbClr val="E3E3E3"/>
                </a:solidFill>
                <a:latin typeface="맑은 고딕"/>
                <a:ea typeface="맑은 고딕"/>
                <a:cs typeface="맑은 고딕"/>
              </a:defRPr>
            </a:pPr>
            <a:r>
              <a:rPr sz="915" b="0">
                <a:ln w="7144">
                  <a:solidFill>
                    <a:srgbClr val="FFFFFF">
                      <a:alpha val="0"/>
                    </a:srgbClr>
                  </a:solidFill>
                  <a:prstDash val="solid"/>
                </a:ln>
                <a:solidFill>
                  <a:srgbClr val="E3E3E3"/>
                </a:solidFill>
                <a:latin typeface="맑은 고딕"/>
                <a:ea typeface="맑은 고딕"/>
                <a:cs typeface="맑은 고딕"/>
              </a:rPr>
              <a:t>Agent Loop · Context/Memory · 권한/승인 · Timeout/Retry · 검증/로그</a:t>
            </a:r>
          </a:p>
        </p:txBody>
      </p:sp>
      <p:sp>
        <p:nvSpPr>
          <p:cNvPr id="15" name="user-request">
            <a:extLst xmlns:a="http://schemas.openxmlformats.org/drawingml/2006/main">
              <a:ext uri="{FF2B5EF4-FFF2-40B4-BE49-F238E27FC236}">
                <a16:creationId xmlns:a16="http://schemas.microsoft.com/office/drawing/2014/main" id="{6A75CC9F-5895-4188-B124-EA957F6EE3A6}"/>
              </a:ext>
            </a:extLst>
          </p:cNvPr>
          <p:cNvSpPr>
            <a:spLocks xmlns:a="http://schemas.openxmlformats.org/drawingml/2006/main"/>
          </p:cNvSpPr>
          <p:nvPr/>
        </p:nvSpPr>
        <p:spPr>
          <a:xfrm xmlns:a="http://schemas.openxmlformats.org/drawingml/2006/main">
            <a:off x="457200" y="3000375"/>
            <a:ext cx="1219200" cy="74295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12383">
            <a:solidFill>
              <a:srgbClr val="151515"/>
            </a:solidFill>
            <a:prstDash val="solid"/>
          </a:ln>
        </p:spPr>
      </p:sp>
      <p:sp>
        <p:nvSpPr>
          <p:cNvPr id="16" name="user-title">
            <a:extLst xmlns:a="http://schemas.openxmlformats.org/drawingml/2006/main">
              <a:ext uri="{FF2B5EF4-FFF2-40B4-BE49-F238E27FC236}">
                <a16:creationId xmlns:a16="http://schemas.microsoft.com/office/drawing/2014/main" id="{F4EF36C3-923E-41F4-AF3F-9220FD22C10C}"/>
              </a:ext>
            </a:extLst>
          </p:cNvPr>
          <p:cNvSpPr>
            <a:spLocks xmlns:a="http://schemas.openxmlformats.org/drawingml/2006/main"/>
          </p:cNvSpPr>
          <p:nvPr/>
        </p:nvSpPr>
        <p:spPr>
          <a:xfrm xmlns:a="http://schemas.openxmlformats.org/drawingml/2006/main">
            <a:off x="571500" y="3105150"/>
            <a:ext cx="99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38" b="1">
                <a:ln w="7144">
                  <a:solidFill>
                    <a:srgbClr val="FFFFFF">
                      <a:alpha val="0"/>
                    </a:srgbClr>
                  </a:solidFill>
                  <a:prstDash val="solid"/>
                </a:ln>
                <a:solidFill>
                  <a:srgbClr val="151515"/>
                </a:solidFill>
                <a:latin typeface="맑은 고딕"/>
                <a:ea typeface="맑은 고딕"/>
                <a:cs typeface="맑은 고딕"/>
              </a:defRPr>
            </a:pPr>
            <a:r>
              <a:rPr sz="1238" b="1">
                <a:ln w="7144">
                  <a:solidFill>
                    <a:srgbClr val="FFFFFF">
                      <a:alpha val="0"/>
                    </a:srgbClr>
                  </a:solidFill>
                  <a:prstDash val="solid"/>
                </a:ln>
                <a:solidFill>
                  <a:srgbClr val="151515"/>
                </a:solidFill>
                <a:latin typeface="맑은 고딕"/>
                <a:ea typeface="맑은 고딕"/>
                <a:cs typeface="맑은 고딕"/>
              </a:rPr>
              <a:t>사용자 요청</a:t>
            </a:r>
          </a:p>
        </p:txBody>
      </p:sp>
      <p:sp>
        <p:nvSpPr>
          <p:cNvPr id="17" name="user-desc">
            <a:extLst xmlns:a="http://schemas.openxmlformats.org/drawingml/2006/main">
              <a:ext uri="{FF2B5EF4-FFF2-40B4-BE49-F238E27FC236}">
                <a16:creationId xmlns:a16="http://schemas.microsoft.com/office/drawing/2014/main" id="{52B3C59F-4E6C-42DE-A2F6-F888CE3D1138}"/>
              </a:ext>
            </a:extLst>
          </p:cNvPr>
          <p:cNvSpPr>
            <a:spLocks xmlns:a="http://schemas.openxmlformats.org/drawingml/2006/main"/>
          </p:cNvSpPr>
          <p:nvPr/>
        </p:nvSpPr>
        <p:spPr>
          <a:xfrm xmlns:a="http://schemas.openxmlformats.org/drawingml/2006/main">
            <a:off x="552450" y="3400425"/>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40" b="0">
                <a:ln w="7144">
                  <a:solidFill>
                    <a:srgbClr val="FFFFFF">
                      <a:alpha val="0"/>
                    </a:srgbClr>
                  </a:solidFill>
                  <a:prstDash val="solid"/>
                </a:ln>
                <a:solidFill>
                  <a:srgbClr val="777777"/>
                </a:solidFill>
                <a:latin typeface="맑은 고딕"/>
                <a:ea typeface="맑은 고딕"/>
                <a:cs typeface="맑은 고딕"/>
              </a:defRPr>
            </a:pPr>
            <a:r>
              <a:rPr sz="840" b="0">
                <a:ln w="7144">
                  <a:solidFill>
                    <a:srgbClr val="FFFFFF">
                      <a:alpha val="0"/>
                    </a:srgbClr>
                  </a:solidFill>
                  <a:prstDash val="solid"/>
                </a:ln>
                <a:solidFill>
                  <a:srgbClr val="777777"/>
                </a:solidFill>
                <a:latin typeface="맑은 고딕"/>
                <a:ea typeface="맑은 고딕"/>
                <a:cs typeface="맑은 고딕"/>
              </a:rPr>
              <a:t>질문 · 지시 · 산출물</a:t>
            </a:r>
          </a:p>
        </p:txBody>
      </p:sp>
      <p:sp>
        <p:nvSpPr>
          <p:cNvPr id="18" name="main-agent">
            <a:extLst xmlns:a="http://schemas.openxmlformats.org/drawingml/2006/main">
              <a:ext uri="{FF2B5EF4-FFF2-40B4-BE49-F238E27FC236}">
                <a16:creationId xmlns:a16="http://schemas.microsoft.com/office/drawing/2014/main" id="{0E7AF2C7-E15F-4B7C-9C93-FACB4D44FF24}"/>
              </a:ext>
            </a:extLst>
          </p:cNvPr>
          <p:cNvSpPr>
            <a:spLocks xmlns:a="http://schemas.openxmlformats.org/drawingml/2006/main"/>
          </p:cNvSpPr>
          <p:nvPr/>
        </p:nvSpPr>
        <p:spPr>
          <a:xfrm xmlns:a="http://schemas.openxmlformats.org/drawingml/2006/main">
            <a:off x="2381250" y="2819400"/>
            <a:ext cx="2381250" cy="1104900"/>
          </a:xfrm>
          <a:prstGeom xmlns:a="http://schemas.openxmlformats.org/drawingml/2006/main" prst="roundRect">
            <a:avLst>
              <a:gd name="adj" fmla="val 6897"/>
            </a:avLst>
          </a:prstGeom>
          <a:solidFill xmlns:a="http://schemas.openxmlformats.org/drawingml/2006/main">
            <a:srgbClr val="151515"/>
          </a:solidFill>
          <a:ln xmlns:a="http://schemas.openxmlformats.org/drawingml/2006/main" w="9525">
            <a:solidFill>
              <a:srgbClr val="151515"/>
            </a:solidFill>
            <a:prstDash val="solid"/>
          </a:ln>
        </p:spPr>
      </p:sp>
      <p:sp>
        <p:nvSpPr>
          <p:cNvPr id="19" name="main-kicker">
            <a:extLst xmlns:a="http://schemas.openxmlformats.org/drawingml/2006/main">
              <a:ext uri="{FF2B5EF4-FFF2-40B4-BE49-F238E27FC236}">
                <a16:creationId xmlns:a16="http://schemas.microsoft.com/office/drawing/2014/main" id="{E245EFAC-7727-41BD-BEAA-AC80E2D89012}"/>
              </a:ext>
            </a:extLst>
          </p:cNvPr>
          <p:cNvSpPr>
            <a:spLocks xmlns:a="http://schemas.openxmlformats.org/drawingml/2006/main"/>
          </p:cNvSpPr>
          <p:nvPr/>
        </p:nvSpPr>
        <p:spPr>
          <a:xfrm xmlns:a="http://schemas.openxmlformats.org/drawingml/2006/main">
            <a:off x="2590800" y="2943225"/>
            <a:ext cx="1962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713" b="1">
                <a:ln w="7144">
                  <a:solidFill>
                    <a:srgbClr val="FFFFFF">
                      <a:alpha val="0"/>
                    </a:srgbClr>
                  </a:solidFill>
                  <a:prstDash val="solid"/>
                </a:ln>
                <a:solidFill>
                  <a:srgbClr val="BFBFBF"/>
                </a:solidFill>
                <a:latin typeface="맑은 고딕"/>
                <a:ea typeface="맑은 고딕"/>
                <a:cs typeface="맑은 고딕"/>
              </a:defRPr>
            </a:pPr>
            <a:r>
              <a:rPr sz="713" b="1">
                <a:ln w="7144">
                  <a:solidFill>
                    <a:srgbClr val="FFFFFF">
                      <a:alpha val="0"/>
                    </a:srgbClr>
                  </a:solidFill>
                  <a:prstDash val="solid"/>
                </a:ln>
                <a:solidFill>
                  <a:srgbClr val="BFBFBF"/>
                </a:solidFill>
                <a:latin typeface="맑은 고딕"/>
                <a:ea typeface="맑은 고딕"/>
                <a:cs typeface="맑은 고딕"/>
              </a:rPr>
              <a:t>ORCHESTRATION</a:t>
            </a:r>
          </a:p>
        </p:txBody>
      </p:sp>
      <p:sp>
        <p:nvSpPr>
          <p:cNvPr id="20" name="main-title">
            <a:extLst xmlns:a="http://schemas.openxmlformats.org/drawingml/2006/main">
              <a:ext uri="{FF2B5EF4-FFF2-40B4-BE49-F238E27FC236}">
                <a16:creationId xmlns:a16="http://schemas.microsoft.com/office/drawing/2014/main" id="{9D7A9223-FF38-4AB7-992F-8BF87FB9ED81}"/>
              </a:ext>
            </a:extLst>
          </p:cNvPr>
          <p:cNvSpPr>
            <a:spLocks xmlns:a="http://schemas.openxmlformats.org/drawingml/2006/main"/>
          </p:cNvSpPr>
          <p:nvPr/>
        </p:nvSpPr>
        <p:spPr>
          <a:xfrm xmlns:a="http://schemas.openxmlformats.org/drawingml/2006/main">
            <a:off x="2571750" y="31813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ln w="7144">
                  <a:solidFill>
                    <a:srgbClr val="FFFFFF">
                      <a:alpha val="0"/>
                    </a:srgbClr>
                  </a:solidFill>
                  <a:prstDash val="solid"/>
                </a:ln>
                <a:solidFill>
                  <a:srgbClr val="FFFFFF"/>
                </a:solidFill>
                <a:latin typeface="맑은 고딕"/>
                <a:ea typeface="맑은 고딕"/>
                <a:cs typeface="맑은 고딕"/>
              </a:defRPr>
            </a:pPr>
            <a:r>
              <a:rPr sz="1425" b="1">
                <a:ln w="7144">
                  <a:solidFill>
                    <a:srgbClr val="FFFFFF">
                      <a:alpha val="0"/>
                    </a:srgbClr>
                  </a:solidFill>
                  <a:prstDash val="solid"/>
                </a:ln>
                <a:solidFill>
                  <a:srgbClr val="FFFFFF"/>
                </a:solidFill>
                <a:latin typeface="맑은 고딕"/>
                <a:ea typeface="맑은 고딕"/>
                <a:cs typeface="맑은 고딕"/>
              </a:rPr>
              <a:t>Main / Super Agent</a:t>
            </a:r>
          </a:p>
        </p:txBody>
      </p:sp>
      <p:sp>
        <p:nvSpPr>
          <p:cNvPr id="21" name="main-desc">
            <a:extLst xmlns:a="http://schemas.openxmlformats.org/drawingml/2006/main">
              <a:ext uri="{FF2B5EF4-FFF2-40B4-BE49-F238E27FC236}">
                <a16:creationId xmlns:a16="http://schemas.microsoft.com/office/drawing/2014/main" id="{500A9B0F-33BC-42E5-9A1F-7B23ED570482}"/>
              </a:ext>
            </a:extLst>
          </p:cNvPr>
          <p:cNvSpPr>
            <a:spLocks xmlns:a="http://schemas.openxmlformats.org/drawingml/2006/main"/>
          </p:cNvSpPr>
          <p:nvPr/>
        </p:nvSpPr>
        <p:spPr>
          <a:xfrm xmlns:a="http://schemas.openxmlformats.org/drawingml/2006/main">
            <a:off x="2609850" y="3533775"/>
            <a:ext cx="19240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855" b="0">
                <a:ln w="7144">
                  <a:solidFill>
                    <a:srgbClr val="FFFFFF">
                      <a:alpha val="0"/>
                    </a:srgbClr>
                  </a:solidFill>
                  <a:prstDash val="solid"/>
                </a:ln>
                <a:solidFill>
                  <a:srgbClr val="E3E3E3"/>
                </a:solidFill>
                <a:latin typeface="맑은 고딕"/>
                <a:ea typeface="맑은 고딕"/>
                <a:cs typeface="맑은 고딕"/>
              </a:defRPr>
            </a:pPr>
            <a:r>
              <a:rPr sz="855" b="0">
                <a:ln w="7144">
                  <a:solidFill>
                    <a:srgbClr val="FFFFFF">
                      <a:alpha val="0"/>
                    </a:srgbClr>
                  </a:solidFill>
                  <a:prstDash val="solid"/>
                </a:ln>
                <a:solidFill>
                  <a:srgbClr val="E3E3E3"/>
                </a:solidFill>
                <a:latin typeface="맑은 고딕"/>
                <a:ea typeface="맑은 고딕"/>
                <a:cs typeface="맑은 고딕"/>
              </a:rPr>
              <a:t>질문 이해 · 계획 수립 · 기능 선택</a:t>
            </a:r>
          </a:p>
          <a:p xmlns:a="http://schemas.openxmlformats.org/drawingml/2006/main">
            <a:pPr algn="ctr">
              <a:defRPr sz="855" b="0">
                <a:ln w="7144">
                  <a:solidFill>
                    <a:srgbClr val="FFFFFF">
                      <a:alpha val="0"/>
                    </a:srgbClr>
                  </a:solidFill>
                  <a:prstDash val="solid"/>
                </a:ln>
                <a:solidFill>
                  <a:srgbClr val="E3E3E3"/>
                </a:solidFill>
                <a:latin typeface="맑은 고딕"/>
                <a:ea typeface="맑은 고딕"/>
                <a:cs typeface="맑은 고딕"/>
              </a:defRPr>
            </a:pPr>
            <a:r>
              <a:rPr sz="855" b="0">
                <a:ln w="7144">
                  <a:solidFill>
                    <a:srgbClr val="FFFFFF">
                      <a:alpha val="0"/>
                    </a:srgbClr>
                  </a:solidFill>
                  <a:prstDash val="solid"/>
                </a:ln>
                <a:solidFill>
                  <a:srgbClr val="E3E3E3"/>
                </a:solidFill>
                <a:latin typeface="맑은 고딕"/>
                <a:ea typeface="맑은 고딕"/>
                <a:cs typeface="맑은 고딕"/>
              </a:rPr>
              <a:t>실행 조정 · 결과 통합</a:t>
            </a:r>
          </a:p>
        </p:txBody>
      </p:sp>
      <p:sp>
        <p:nvSpPr>
          <p:cNvPr id="22" name="sub-agent">
            <a:extLst xmlns:a="http://schemas.openxmlformats.org/drawingml/2006/main">
              <a:ext uri="{FF2B5EF4-FFF2-40B4-BE49-F238E27FC236}">
                <a16:creationId xmlns:a16="http://schemas.microsoft.com/office/drawing/2014/main" id="{140AAF78-9444-4267-A478-E071F006B0D1}"/>
              </a:ext>
            </a:extLst>
          </p:cNvPr>
          <p:cNvSpPr>
            <a:spLocks xmlns:a="http://schemas.openxmlformats.org/drawingml/2006/main"/>
          </p:cNvSpPr>
          <p:nvPr/>
        </p:nvSpPr>
        <p:spPr>
          <a:xfrm xmlns:a="http://schemas.openxmlformats.org/drawingml/2006/main">
            <a:off x="5905500" y="3000375"/>
            <a:ext cx="1695450" cy="74295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10478">
            <a:solidFill>
              <a:srgbClr val="4A4A4A"/>
            </a:solidFill>
            <a:prstDash val="solid"/>
          </a:ln>
        </p:spPr>
      </p:sp>
      <p:sp>
        <p:nvSpPr>
          <p:cNvPr id="23" name="sub-title">
            <a:extLst xmlns:a="http://schemas.openxmlformats.org/drawingml/2006/main">
              <a:ext uri="{FF2B5EF4-FFF2-40B4-BE49-F238E27FC236}">
                <a16:creationId xmlns:a16="http://schemas.microsoft.com/office/drawing/2014/main" id="{C8387C35-FB7B-4FF0-B777-2E18239AB1F5}"/>
              </a:ext>
            </a:extLst>
          </p:cNvPr>
          <p:cNvSpPr>
            <a:spLocks xmlns:a="http://schemas.openxmlformats.org/drawingml/2006/main"/>
          </p:cNvSpPr>
          <p:nvPr/>
        </p:nvSpPr>
        <p:spPr>
          <a:xfrm xmlns:a="http://schemas.openxmlformats.org/drawingml/2006/main">
            <a:off x="6057900" y="3105150"/>
            <a:ext cx="1390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38" b="1">
                <a:ln w="7144">
                  <a:solidFill>
                    <a:srgbClr val="FFFFFF">
                      <a:alpha val="0"/>
                    </a:srgbClr>
                  </a:solidFill>
                  <a:prstDash val="solid"/>
                </a:ln>
                <a:solidFill>
                  <a:srgbClr val="151515"/>
                </a:solidFill>
                <a:latin typeface="맑은 고딕"/>
                <a:ea typeface="맑은 고딕"/>
                <a:cs typeface="맑은 고딕"/>
              </a:defRPr>
            </a:pPr>
            <a:r>
              <a:rPr sz="1238" b="1">
                <a:ln w="7144">
                  <a:solidFill>
                    <a:srgbClr val="FFFFFF">
                      <a:alpha val="0"/>
                    </a:srgbClr>
                  </a:solidFill>
                  <a:prstDash val="solid"/>
                </a:ln>
                <a:solidFill>
                  <a:srgbClr val="151515"/>
                </a:solidFill>
                <a:latin typeface="맑은 고딕"/>
                <a:ea typeface="맑은 고딕"/>
                <a:cs typeface="맑은 고딕"/>
              </a:rPr>
              <a:t>Sub Agent</a:t>
            </a:r>
          </a:p>
        </p:txBody>
      </p:sp>
      <p:sp>
        <p:nvSpPr>
          <p:cNvPr id="24" name="sub-desc">
            <a:extLst xmlns:a="http://schemas.openxmlformats.org/drawingml/2006/main">
              <a:ext uri="{FF2B5EF4-FFF2-40B4-BE49-F238E27FC236}">
                <a16:creationId xmlns:a16="http://schemas.microsoft.com/office/drawing/2014/main" id="{E43A648B-53FD-4AFA-97AE-386F4239A4A4}"/>
              </a:ext>
            </a:extLst>
          </p:cNvPr>
          <p:cNvSpPr>
            <a:spLocks xmlns:a="http://schemas.openxmlformats.org/drawingml/2006/main"/>
          </p:cNvSpPr>
          <p:nvPr/>
        </p:nvSpPr>
        <p:spPr>
          <a:xfrm xmlns:a="http://schemas.openxmlformats.org/drawingml/2006/main">
            <a:off x="6038850" y="33718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803" b="0">
                <a:ln w="7144">
                  <a:solidFill>
                    <a:srgbClr val="FFFFFF">
                      <a:alpha val="0"/>
                    </a:srgbClr>
                  </a:solidFill>
                  <a:prstDash val="solid"/>
                </a:ln>
                <a:solidFill>
                  <a:srgbClr val="777777"/>
                </a:solidFill>
                <a:latin typeface="맑은 고딕"/>
                <a:ea typeface="맑은 고딕"/>
                <a:cs typeface="맑은 고딕"/>
              </a:defRPr>
            </a:pPr>
            <a:r>
              <a:rPr sz="803" b="0">
                <a:ln w="7144">
                  <a:solidFill>
                    <a:srgbClr val="FFFFFF">
                      <a:alpha val="0"/>
                    </a:srgbClr>
                  </a:solidFill>
                  <a:prstDash val="solid"/>
                </a:ln>
                <a:solidFill>
                  <a:srgbClr val="777777"/>
                </a:solidFill>
                <a:latin typeface="맑은 고딕"/>
                <a:ea typeface="맑은 고딕"/>
                <a:cs typeface="맑은 고딕"/>
              </a:rPr>
              <a:t>전문 판단 · 독립 Context</a:t>
            </a:r>
          </a:p>
          <a:p xmlns:a="http://schemas.openxmlformats.org/drawingml/2006/main">
            <a:pPr algn="ctr">
              <a:defRPr sz="803" b="0">
                <a:ln w="7144">
                  <a:solidFill>
                    <a:srgbClr val="FFFFFF">
                      <a:alpha val="0"/>
                    </a:srgbClr>
                  </a:solidFill>
                  <a:prstDash val="solid"/>
                </a:ln>
                <a:solidFill>
                  <a:srgbClr val="777777"/>
                </a:solidFill>
                <a:latin typeface="맑은 고딕"/>
                <a:ea typeface="맑은 고딕"/>
                <a:cs typeface="맑은 고딕"/>
              </a:defRPr>
            </a:pPr>
            <a:r>
              <a:rPr sz="803" b="0">
                <a:ln w="7144">
                  <a:solidFill>
                    <a:srgbClr val="FFFFFF">
                      <a:alpha val="0"/>
                    </a:srgbClr>
                  </a:solidFill>
                  <a:prstDash val="solid"/>
                </a:ln>
                <a:solidFill>
                  <a:srgbClr val="777777"/>
                </a:solidFill>
                <a:latin typeface="맑은 고딕"/>
                <a:ea typeface="맑은 고딕"/>
                <a:cs typeface="맑은 고딕"/>
              </a:rPr>
              <a:t>필요한 경우만 위임</a:t>
            </a:r>
          </a:p>
        </p:txBody>
      </p:sp>
      <p:sp>
        <p:nvSpPr>
          <p:cNvPr id="25" name="skill">
            <a:extLst xmlns:a="http://schemas.openxmlformats.org/drawingml/2006/main">
              <a:ext uri="{FF2B5EF4-FFF2-40B4-BE49-F238E27FC236}">
                <a16:creationId xmlns:a16="http://schemas.microsoft.com/office/drawing/2014/main" id="{3187A2B4-03EF-4424-AD46-94551E0C4AA9}"/>
              </a:ext>
            </a:extLst>
          </p:cNvPr>
          <p:cNvSpPr>
            <a:spLocks xmlns:a="http://schemas.openxmlformats.org/drawingml/2006/main"/>
          </p:cNvSpPr>
          <p:nvPr/>
        </p:nvSpPr>
        <p:spPr>
          <a:xfrm xmlns:a="http://schemas.openxmlformats.org/drawingml/2006/main">
            <a:off x="1781175" y="4171950"/>
            <a:ext cx="2209800" cy="74295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10478">
            <a:solidFill>
              <a:srgbClr val="4A4A4A"/>
            </a:solidFill>
            <a:prstDash val="solid"/>
          </a:ln>
        </p:spPr>
      </p:sp>
      <p:sp>
        <p:nvSpPr>
          <p:cNvPr id="26" name="skill-title">
            <a:extLst xmlns:a="http://schemas.openxmlformats.org/drawingml/2006/main">
              <a:ext uri="{FF2B5EF4-FFF2-40B4-BE49-F238E27FC236}">
                <a16:creationId xmlns:a16="http://schemas.microsoft.com/office/drawing/2014/main" id="{A97F103D-11D2-40C9-89AC-BB2EEDAAADE9}"/>
              </a:ext>
            </a:extLst>
          </p:cNvPr>
          <p:cNvSpPr>
            <a:spLocks xmlns:a="http://schemas.openxmlformats.org/drawingml/2006/main"/>
          </p:cNvSpPr>
          <p:nvPr/>
        </p:nvSpPr>
        <p:spPr>
          <a:xfrm xmlns:a="http://schemas.openxmlformats.org/drawingml/2006/main">
            <a:off x="1952625" y="426720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1">
                <a:ln w="7144">
                  <a:solidFill>
                    <a:srgbClr val="FFFFFF">
                      <a:alpha val="0"/>
                    </a:srgbClr>
                  </a:solidFill>
                  <a:prstDash val="solid"/>
                </a:ln>
                <a:solidFill>
                  <a:srgbClr val="151515"/>
                </a:solidFill>
                <a:latin typeface="맑은 고딕"/>
                <a:ea typeface="맑은 고딕"/>
                <a:cs typeface="맑은 고딕"/>
              </a:defRPr>
            </a:pPr>
            <a:r>
              <a:rPr sz="1275" b="1">
                <a:ln w="7144">
                  <a:solidFill>
                    <a:srgbClr val="FFFFFF">
                      <a:alpha val="0"/>
                    </a:srgbClr>
                  </a:solidFill>
                  <a:prstDash val="solid"/>
                </a:ln>
                <a:solidFill>
                  <a:srgbClr val="151515"/>
                </a:solidFill>
                <a:latin typeface="맑은 고딕"/>
                <a:ea typeface="맑은 고딕"/>
                <a:cs typeface="맑은 고딕"/>
              </a:rPr>
              <a:t>Skill</a:t>
            </a:r>
          </a:p>
        </p:txBody>
      </p:sp>
      <p:sp>
        <p:nvSpPr>
          <p:cNvPr id="27" name="skill-desc">
            <a:extLst xmlns:a="http://schemas.openxmlformats.org/drawingml/2006/main">
              <a:ext uri="{FF2B5EF4-FFF2-40B4-BE49-F238E27FC236}">
                <a16:creationId xmlns:a16="http://schemas.microsoft.com/office/drawing/2014/main" id="{B6192D53-80D1-463A-9221-B7EC324F8042}"/>
              </a:ext>
            </a:extLst>
          </p:cNvPr>
          <p:cNvSpPr>
            <a:spLocks xmlns:a="http://schemas.openxmlformats.org/drawingml/2006/main"/>
          </p:cNvSpPr>
          <p:nvPr/>
        </p:nvSpPr>
        <p:spPr>
          <a:xfrm xmlns:a="http://schemas.openxmlformats.org/drawingml/2006/main">
            <a:off x="1952625" y="4552950"/>
            <a:ext cx="1866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810" b="0">
                <a:ln w="7144">
                  <a:solidFill>
                    <a:srgbClr val="FFFFFF">
                      <a:alpha val="0"/>
                    </a:srgbClr>
                  </a:solidFill>
                  <a:prstDash val="solid"/>
                </a:ln>
                <a:solidFill>
                  <a:srgbClr val="777777"/>
                </a:solidFill>
                <a:latin typeface="맑은 고딕"/>
                <a:ea typeface="맑은 고딕"/>
                <a:cs typeface="맑은 고딕"/>
              </a:defRPr>
            </a:pPr>
            <a:r>
              <a:rPr sz="810" b="0">
                <a:ln w="7144">
                  <a:solidFill>
                    <a:srgbClr val="FFFFFF">
                      <a:alpha val="0"/>
                    </a:srgbClr>
                  </a:solidFill>
                  <a:prstDash val="solid"/>
                </a:ln>
                <a:solidFill>
                  <a:srgbClr val="777777"/>
                </a:solidFill>
                <a:latin typeface="맑은 고딕"/>
                <a:ea typeface="맑은 고딕"/>
                <a:cs typeface="맑은 고딕"/>
              </a:rPr>
              <a:t>업무 수행 순서 · 판단 기준</a:t>
            </a:r>
          </a:p>
          <a:p xmlns:a="http://schemas.openxmlformats.org/drawingml/2006/main">
            <a:pPr algn="ctr">
              <a:defRPr sz="810" b="0">
                <a:ln w="7144">
                  <a:solidFill>
                    <a:srgbClr val="FFFFFF">
                      <a:alpha val="0"/>
                    </a:srgbClr>
                  </a:solidFill>
                  <a:prstDash val="solid"/>
                </a:ln>
                <a:solidFill>
                  <a:srgbClr val="777777"/>
                </a:solidFill>
                <a:latin typeface="맑은 고딕"/>
                <a:ea typeface="맑은 고딕"/>
                <a:cs typeface="맑은 고딕"/>
              </a:defRPr>
            </a:pPr>
            <a:r>
              <a:rPr sz="810" b="0">
                <a:ln w="7144">
                  <a:solidFill>
                    <a:srgbClr val="FFFFFF">
                      <a:alpha val="0"/>
                    </a:srgbClr>
                  </a:solidFill>
                  <a:prstDash val="solid"/>
                </a:ln>
                <a:solidFill>
                  <a:srgbClr val="777777"/>
                </a:solidFill>
                <a:latin typeface="맑은 고딕"/>
                <a:ea typeface="맑은 고딕"/>
                <a:cs typeface="맑은 고딕"/>
              </a:rPr>
              <a:t>주의사항 · 결과 형식</a:t>
            </a:r>
          </a:p>
        </p:txBody>
      </p:sp>
      <p:sp>
        <p:nvSpPr>
          <p:cNvPr id="28" name="mcp">
            <a:extLst xmlns:a="http://schemas.openxmlformats.org/drawingml/2006/main">
              <a:ext uri="{FF2B5EF4-FFF2-40B4-BE49-F238E27FC236}">
                <a16:creationId xmlns:a16="http://schemas.microsoft.com/office/drawing/2014/main" id="{2643D551-7BE4-4605-B47F-8A4B47D52E5A}"/>
              </a:ext>
            </a:extLst>
          </p:cNvPr>
          <p:cNvSpPr>
            <a:spLocks xmlns:a="http://schemas.openxmlformats.org/drawingml/2006/main"/>
          </p:cNvSpPr>
          <p:nvPr/>
        </p:nvSpPr>
        <p:spPr>
          <a:xfrm xmlns:a="http://schemas.openxmlformats.org/drawingml/2006/main">
            <a:off x="4495800" y="4171950"/>
            <a:ext cx="3105150" cy="742950"/>
          </a:xfrm>
          <a:prstGeom xmlns:a="http://schemas.openxmlformats.org/drawingml/2006/main" prst="roundRect">
            <a:avLst>
              <a:gd name="adj" fmla="val 7692"/>
            </a:avLst>
          </a:prstGeom>
          <a:solidFill xmlns:a="http://schemas.openxmlformats.org/drawingml/2006/main">
            <a:srgbClr val="E9E9E9"/>
          </a:solidFill>
          <a:ln xmlns:a="http://schemas.openxmlformats.org/drawingml/2006/main" w="9525">
            <a:solidFill>
              <a:srgbClr val="D5D5D5"/>
            </a:solidFill>
            <a:prstDash val="solid"/>
          </a:ln>
        </p:spPr>
      </p:sp>
      <p:sp>
        <p:nvSpPr>
          <p:cNvPr id="29" name="mcp-title">
            <a:extLst xmlns:a="http://schemas.openxmlformats.org/drawingml/2006/main">
              <a:ext uri="{FF2B5EF4-FFF2-40B4-BE49-F238E27FC236}">
                <a16:creationId xmlns:a16="http://schemas.microsoft.com/office/drawing/2014/main" id="{55C16D2B-B1F7-417E-8C51-D13E7511200D}"/>
              </a:ext>
            </a:extLst>
          </p:cNvPr>
          <p:cNvSpPr>
            <a:spLocks xmlns:a="http://schemas.openxmlformats.org/drawingml/2006/main"/>
          </p:cNvSpPr>
          <p:nvPr/>
        </p:nvSpPr>
        <p:spPr>
          <a:xfrm xmlns:a="http://schemas.openxmlformats.org/drawingml/2006/main">
            <a:off x="4667250" y="4267200"/>
            <a:ext cx="609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ln w="7144">
                  <a:solidFill>
                    <a:srgbClr val="FFFFFF">
                      <a:alpha val="0"/>
                    </a:srgbClr>
                  </a:solidFill>
                  <a:prstDash val="solid"/>
                </a:ln>
                <a:solidFill>
                  <a:srgbClr val="151515"/>
                </a:solidFill>
                <a:latin typeface="맑은 고딕"/>
                <a:ea typeface="맑은 고딕"/>
                <a:cs typeface="맑은 고딕"/>
              </a:defRPr>
            </a:pPr>
            <a:r>
              <a:rPr sz="1275" b="1">
                <a:ln w="7144">
                  <a:solidFill>
                    <a:srgbClr val="FFFFFF">
                      <a:alpha val="0"/>
                    </a:srgbClr>
                  </a:solidFill>
                  <a:prstDash val="solid"/>
                </a:ln>
                <a:solidFill>
                  <a:srgbClr val="151515"/>
                </a:solidFill>
                <a:latin typeface="맑은 고딕"/>
                <a:ea typeface="맑은 고딕"/>
                <a:cs typeface="맑은 고딕"/>
              </a:rPr>
              <a:t>MCP</a:t>
            </a:r>
          </a:p>
        </p:txBody>
      </p:sp>
      <p:sp>
        <p:nvSpPr>
          <p:cNvPr id="30" name="mcp-tagline">
            <a:extLst xmlns:a="http://schemas.openxmlformats.org/drawingml/2006/main">
              <a:ext uri="{FF2B5EF4-FFF2-40B4-BE49-F238E27FC236}">
                <a16:creationId xmlns:a16="http://schemas.microsoft.com/office/drawing/2014/main" id="{5CD15314-CB78-4E02-8948-62FE44C7A640}"/>
              </a:ext>
            </a:extLst>
          </p:cNvPr>
          <p:cNvSpPr>
            <a:spLocks xmlns:a="http://schemas.openxmlformats.org/drawingml/2006/main"/>
          </p:cNvSpPr>
          <p:nvPr/>
        </p:nvSpPr>
        <p:spPr>
          <a:xfrm xmlns:a="http://schemas.openxmlformats.org/drawingml/2006/main">
            <a:off x="5286375" y="4276725"/>
            <a:ext cx="2143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38" b="1">
                <a:ln w="7144">
                  <a:solidFill>
                    <a:srgbClr val="FFFFFF">
                      <a:alpha val="0"/>
                    </a:srgbClr>
                  </a:solidFill>
                  <a:prstDash val="solid"/>
                </a:ln>
                <a:solidFill>
                  <a:srgbClr val="4A4A4A"/>
                </a:solidFill>
                <a:latin typeface="맑은 고딕"/>
                <a:ea typeface="맑은 고딕"/>
                <a:cs typeface="맑은 고딕"/>
              </a:defRPr>
            </a:pPr>
            <a:r>
              <a:rPr sz="938" b="1">
                <a:ln w="7144">
                  <a:solidFill>
                    <a:srgbClr val="FFFFFF">
                      <a:alpha val="0"/>
                    </a:srgbClr>
                  </a:solidFill>
                  <a:prstDash val="solid"/>
                </a:ln>
                <a:solidFill>
                  <a:srgbClr val="4A4A4A"/>
                </a:solidFill>
                <a:latin typeface="맑은 고딕"/>
                <a:ea typeface="맑은 고딕"/>
                <a:cs typeface="맑은 고딕"/>
              </a:rPr>
              <a:t>Tool 활용을 위한 공통 연결 형식</a:t>
            </a:r>
          </a:p>
        </p:txBody>
      </p:sp>
      <p:sp>
        <p:nvSpPr>
          <p:cNvPr id="31" name="mcp-desc">
            <a:extLst xmlns:a="http://schemas.openxmlformats.org/drawingml/2006/main">
              <a:ext uri="{FF2B5EF4-FFF2-40B4-BE49-F238E27FC236}">
                <a16:creationId xmlns:a16="http://schemas.microsoft.com/office/drawing/2014/main" id="{D444DD95-B8B9-48C1-BC5E-E1AC6154574C}"/>
              </a:ext>
            </a:extLst>
          </p:cNvPr>
          <p:cNvSpPr>
            <a:spLocks xmlns:a="http://schemas.openxmlformats.org/drawingml/2006/main"/>
          </p:cNvSpPr>
          <p:nvPr/>
        </p:nvSpPr>
        <p:spPr>
          <a:xfrm xmlns:a="http://schemas.openxmlformats.org/drawingml/2006/main">
            <a:off x="4667250" y="4581525"/>
            <a:ext cx="2762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810" b="0">
                <a:ln w="7144">
                  <a:solidFill>
                    <a:srgbClr val="FFFFFF">
                      <a:alpha val="0"/>
                    </a:srgbClr>
                  </a:solidFill>
                  <a:prstDash val="solid"/>
                </a:ln>
                <a:solidFill>
                  <a:srgbClr val="777777"/>
                </a:solidFill>
                <a:latin typeface="맑은 고딕"/>
                <a:ea typeface="맑은 고딕"/>
                <a:cs typeface="맑은 고딕"/>
              </a:defRPr>
            </a:pPr>
            <a:r>
              <a:rPr sz="810" b="0">
                <a:ln w="7144">
                  <a:solidFill>
                    <a:srgbClr val="FFFFFF">
                      <a:alpha val="0"/>
                    </a:srgbClr>
                  </a:solidFill>
                  <a:prstDash val="solid"/>
                </a:ln>
                <a:solidFill>
                  <a:srgbClr val="777777"/>
                </a:solidFill>
                <a:latin typeface="맑은 고딕"/>
                <a:ea typeface="맑은 고딕"/>
                <a:cs typeface="맑은 고딕"/>
              </a:rPr>
              <a:t>Agent가 Tool을 발견·호출하고 결과를 받는 Client–Server 규약</a:t>
            </a:r>
          </a:p>
        </p:txBody>
      </p:sp>
      <p:sp>
        <p:nvSpPr>
          <p:cNvPr id="32" name="tool-zone">
            <a:extLst xmlns:a="http://schemas.openxmlformats.org/drawingml/2006/main">
              <a:ext uri="{FF2B5EF4-FFF2-40B4-BE49-F238E27FC236}">
                <a16:creationId xmlns:a16="http://schemas.microsoft.com/office/drawing/2014/main" id="{DC4D719E-050A-4084-A588-F7BB67496D7A}"/>
              </a:ext>
            </a:extLst>
          </p:cNvPr>
          <p:cNvSpPr>
            <a:spLocks xmlns:a="http://schemas.openxmlformats.org/drawingml/2006/main"/>
          </p:cNvSpPr>
          <p:nvPr/>
        </p:nvSpPr>
        <p:spPr>
          <a:xfrm xmlns:a="http://schemas.openxmlformats.org/drawingml/2006/main">
            <a:off x="457200" y="5219700"/>
            <a:ext cx="7143750" cy="733425"/>
          </a:xfrm>
          <a:prstGeom xmlns:a="http://schemas.openxmlformats.org/drawingml/2006/main" prst="roundRect">
            <a:avLst>
              <a:gd name="adj" fmla="val 7792"/>
            </a:avLst>
          </a:prstGeom>
          <a:solidFill xmlns:a="http://schemas.openxmlformats.org/drawingml/2006/main">
            <a:srgbClr val="FAFAFA"/>
          </a:solidFill>
          <a:ln xmlns:a="http://schemas.openxmlformats.org/drawingml/2006/main" w="10478">
            <a:solidFill>
              <a:srgbClr val="4A4A4A"/>
            </a:solidFill>
            <a:prstDash val="solid"/>
          </a:ln>
        </p:spPr>
      </p:sp>
      <p:sp>
        <p:nvSpPr>
          <p:cNvPr id="33" name="mcp-to-tool-anchor">
            <a:extLst xmlns:a="http://schemas.openxmlformats.org/drawingml/2006/main">
              <a:ext uri="{FF2B5EF4-FFF2-40B4-BE49-F238E27FC236}">
                <a16:creationId xmlns:a16="http://schemas.microsoft.com/office/drawing/2014/main" id="{69346CE5-2D6F-4BAE-909C-59B208444392}"/>
              </a:ext>
            </a:extLst>
          </p:cNvPr>
          <p:cNvSpPr>
            <a:spLocks xmlns:a="http://schemas.openxmlformats.org/drawingml/2006/main"/>
          </p:cNvSpPr>
          <p:nvPr/>
        </p:nvSpPr>
        <p:spPr>
          <a:xfrm xmlns:a="http://schemas.openxmlformats.org/drawingml/2006/main">
            <a:off x="6038850" y="51816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4" name="tool-title">
            <a:extLst xmlns:a="http://schemas.openxmlformats.org/drawingml/2006/main">
              <a:ext uri="{FF2B5EF4-FFF2-40B4-BE49-F238E27FC236}">
                <a16:creationId xmlns:a16="http://schemas.microsoft.com/office/drawing/2014/main" id="{77EB5EB7-DB0A-4E4A-816D-7CED814B87F1}"/>
              </a:ext>
            </a:extLst>
          </p:cNvPr>
          <p:cNvSpPr>
            <a:spLocks xmlns:a="http://schemas.openxmlformats.org/drawingml/2006/main"/>
          </p:cNvSpPr>
          <p:nvPr/>
        </p:nvSpPr>
        <p:spPr>
          <a:xfrm xmlns:a="http://schemas.openxmlformats.org/drawingml/2006/main">
            <a:off x="647700" y="5295900"/>
            <a:ext cx="180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63" b="1">
                <a:ln w="7144">
                  <a:solidFill>
                    <a:srgbClr val="FFFFFF">
                      <a:alpha val="0"/>
                    </a:srgbClr>
                  </a:solidFill>
                  <a:prstDash val="solid"/>
                </a:ln>
                <a:solidFill>
                  <a:srgbClr val="151515"/>
                </a:solidFill>
                <a:latin typeface="맑은 고딕"/>
                <a:ea typeface="맑은 고딕"/>
                <a:cs typeface="맑은 고딕"/>
              </a:defRPr>
            </a:pPr>
            <a:r>
              <a:rPr sz="1163" b="1">
                <a:ln w="7144">
                  <a:solidFill>
                    <a:srgbClr val="FFFFFF">
                      <a:alpha val="0"/>
                    </a:srgbClr>
                  </a:solidFill>
                  <a:prstDash val="solid"/>
                </a:ln>
                <a:solidFill>
                  <a:srgbClr val="151515"/>
                </a:solidFill>
                <a:latin typeface="맑은 고딕"/>
                <a:ea typeface="맑은 고딕"/>
                <a:cs typeface="맑은 고딕"/>
              </a:rPr>
              <a:t>Tool · 실제 실행 기능</a:t>
            </a:r>
          </a:p>
        </p:txBody>
      </p:sp>
      <p:sp>
        <p:nvSpPr>
          <p:cNvPr id="35" name="tool-scope">
            <a:extLst xmlns:a="http://schemas.openxmlformats.org/drawingml/2006/main">
              <a:ext uri="{FF2B5EF4-FFF2-40B4-BE49-F238E27FC236}">
                <a16:creationId xmlns:a16="http://schemas.microsoft.com/office/drawing/2014/main" id="{3CF09797-6E85-477E-8D31-BD6E922C0350}"/>
              </a:ext>
            </a:extLst>
          </p:cNvPr>
          <p:cNvSpPr>
            <a:spLocks xmlns:a="http://schemas.openxmlformats.org/drawingml/2006/main"/>
          </p:cNvSpPr>
          <p:nvPr/>
        </p:nvSpPr>
        <p:spPr>
          <a:xfrm xmlns:a="http://schemas.openxmlformats.org/drawingml/2006/main">
            <a:off x="647700" y="5581650"/>
            <a:ext cx="2857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795" b="0">
                <a:ln w="7144">
                  <a:solidFill>
                    <a:srgbClr val="FFFFFF">
                      <a:alpha val="0"/>
                    </a:srgbClr>
                  </a:solidFill>
                  <a:prstDash val="solid"/>
                </a:ln>
                <a:solidFill>
                  <a:srgbClr val="777777"/>
                </a:solidFill>
                <a:latin typeface="맑은 고딕"/>
                <a:ea typeface="맑은 고딕"/>
                <a:cs typeface="맑은 고딕"/>
              </a:defRPr>
            </a:pPr>
            <a:r>
              <a:rPr sz="795" b="0">
                <a:ln w="7144">
                  <a:solidFill>
                    <a:srgbClr val="FFFFFF">
                      <a:alpha val="0"/>
                    </a:srgbClr>
                  </a:solidFill>
                  <a:prstDash val="solid"/>
                </a:ln>
                <a:solidFill>
                  <a:srgbClr val="777777"/>
                </a:solidFill>
                <a:latin typeface="맑은 고딕"/>
                <a:ea typeface="맑은 고딕"/>
                <a:cs typeface="맑은 고딕"/>
              </a:rPr>
              <a:t>업무 책임 범위에 따라 단위 기능 또는 완결된 복합 Tool로 구현</a:t>
            </a:r>
          </a:p>
        </p:txBody>
      </p:sp>
      <p:sp>
        <p:nvSpPr>
          <p:cNvPr id="36" name="tool-example-title-1">
            <a:extLst xmlns:a="http://schemas.openxmlformats.org/drawingml/2006/main">
              <a:ext uri="{FF2B5EF4-FFF2-40B4-BE49-F238E27FC236}">
                <a16:creationId xmlns:a16="http://schemas.microsoft.com/office/drawing/2014/main" id="{56610D4C-C867-43FE-AE24-7BB33FA51A24}"/>
              </a:ext>
            </a:extLst>
          </p:cNvPr>
          <p:cNvSpPr>
            <a:spLocks xmlns:a="http://schemas.openxmlformats.org/drawingml/2006/main"/>
          </p:cNvSpPr>
          <p:nvPr/>
        </p:nvSpPr>
        <p:spPr>
          <a:xfrm xmlns:a="http://schemas.openxmlformats.org/drawingml/2006/main">
            <a:off x="3714750" y="5314950"/>
            <a:ext cx="1162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23" b="1">
                <a:ln w="7144">
                  <a:solidFill>
                    <a:srgbClr val="FFFFFF">
                      <a:alpha val="0"/>
                    </a:srgbClr>
                  </a:solidFill>
                  <a:prstDash val="solid"/>
                </a:ln>
                <a:solidFill>
                  <a:srgbClr val="151515"/>
                </a:solidFill>
                <a:latin typeface="맑은 고딕"/>
                <a:ea typeface="맑은 고딕"/>
                <a:cs typeface="맑은 고딕"/>
              </a:defRPr>
            </a:pPr>
            <a:r>
              <a:rPr sz="923" b="1">
                <a:ln w="7144">
                  <a:solidFill>
                    <a:srgbClr val="FFFFFF">
                      <a:alpha val="0"/>
                    </a:srgbClr>
                  </a:solidFill>
                  <a:prstDash val="solid"/>
                </a:ln>
                <a:solidFill>
                  <a:srgbClr val="151515"/>
                </a:solidFill>
                <a:latin typeface="맑은 고딕"/>
                <a:ea typeface="맑은 고딕"/>
                <a:cs typeface="맑은 고딕"/>
              </a:rPr>
              <a:t>데이터 조회</a:t>
            </a:r>
          </a:p>
        </p:txBody>
      </p:sp>
      <p:sp>
        <p:nvSpPr>
          <p:cNvPr id="37" name="tool-example-desc-1">
            <a:extLst xmlns:a="http://schemas.openxmlformats.org/drawingml/2006/main">
              <a:ext uri="{FF2B5EF4-FFF2-40B4-BE49-F238E27FC236}">
                <a16:creationId xmlns:a16="http://schemas.microsoft.com/office/drawing/2014/main" id="{E6907A50-389C-4A6D-8E8E-B12B0D318ADC}"/>
              </a:ext>
            </a:extLst>
          </p:cNvPr>
          <p:cNvSpPr>
            <a:spLocks xmlns:a="http://schemas.openxmlformats.org/drawingml/2006/main"/>
          </p:cNvSpPr>
          <p:nvPr/>
        </p:nvSpPr>
        <p:spPr>
          <a:xfrm xmlns:a="http://schemas.openxmlformats.org/drawingml/2006/main">
            <a:off x="3714750" y="558165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735" b="0">
                <a:ln w="7144">
                  <a:solidFill>
                    <a:srgbClr val="FFFFFF">
                      <a:alpha val="0"/>
                    </a:srgbClr>
                  </a:solidFill>
                  <a:prstDash val="solid"/>
                </a:ln>
                <a:solidFill>
                  <a:srgbClr val="777777"/>
                </a:solidFill>
                <a:latin typeface="맑은 고딕"/>
                <a:ea typeface="맑은 고딕"/>
                <a:cs typeface="맑은 고딕"/>
              </a:defRPr>
            </a:pPr>
            <a:r>
              <a:rPr sz="735" b="0">
                <a:ln w="7144">
                  <a:solidFill>
                    <a:srgbClr val="FFFFFF">
                      <a:alpha val="0"/>
                    </a:srgbClr>
                  </a:solidFill>
                  <a:prstDash val="solid"/>
                </a:ln>
                <a:solidFill>
                  <a:srgbClr val="777777"/>
                </a:solidFill>
                <a:latin typeface="맑은 고딕"/>
                <a:ea typeface="맑은 고딕"/>
                <a:cs typeface="맑은 고딕"/>
              </a:rPr>
              <a:t>DB · API · 문서</a:t>
            </a:r>
          </a:p>
        </p:txBody>
      </p:sp>
      <p:sp>
        <p:nvSpPr>
          <p:cNvPr id="38" name="tool-sep-1">
            <a:extLst xmlns:a="http://schemas.openxmlformats.org/drawingml/2006/main">
              <a:ext uri="{FF2B5EF4-FFF2-40B4-BE49-F238E27FC236}">
                <a16:creationId xmlns:a16="http://schemas.microsoft.com/office/drawing/2014/main" id="{6FED78CB-3921-4EA0-AD36-B7D0786A3464}"/>
              </a:ext>
            </a:extLst>
          </p:cNvPr>
          <p:cNvSpPr>
            <a:spLocks xmlns:a="http://schemas.openxmlformats.org/drawingml/2006/main"/>
          </p:cNvSpPr>
          <p:nvPr/>
        </p:nvSpPr>
        <p:spPr>
          <a:xfrm xmlns:a="http://schemas.openxmlformats.org/drawingml/2006/main">
            <a:off x="4914900" y="5343525"/>
            <a:ext cx="9525" cy="457200"/>
          </a:xfrm>
          <a:prstGeom xmlns:a="http://schemas.openxmlformats.org/drawingml/2006/main" prst="rect">
            <a:avLst/>
          </a:prstGeom>
          <a:solidFill xmlns:a="http://schemas.openxmlformats.org/drawingml/2006/main">
            <a:srgbClr val="D5D5D5"/>
          </a:solidFill>
          <a:ln xmlns:a="http://schemas.openxmlformats.org/drawingml/2006/main" w="0">
            <a:noFill/>
            <a:prstDash val="solid"/>
          </a:ln>
        </p:spPr>
      </p:sp>
      <p:sp>
        <p:nvSpPr>
          <p:cNvPr id="39" name="tool-example-title-2">
            <a:extLst xmlns:a="http://schemas.openxmlformats.org/drawingml/2006/main">
              <a:ext uri="{FF2B5EF4-FFF2-40B4-BE49-F238E27FC236}">
                <a16:creationId xmlns:a16="http://schemas.microsoft.com/office/drawing/2014/main" id="{29FE052E-4462-4BD4-A71F-63CCA2EE3B14}"/>
              </a:ext>
            </a:extLst>
          </p:cNvPr>
          <p:cNvSpPr>
            <a:spLocks xmlns:a="http://schemas.openxmlformats.org/drawingml/2006/main"/>
          </p:cNvSpPr>
          <p:nvPr/>
        </p:nvSpPr>
        <p:spPr>
          <a:xfrm xmlns:a="http://schemas.openxmlformats.org/drawingml/2006/main">
            <a:off x="5029200" y="5314950"/>
            <a:ext cx="1162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23" b="1">
                <a:ln w="7144">
                  <a:solidFill>
                    <a:srgbClr val="FFFFFF">
                      <a:alpha val="0"/>
                    </a:srgbClr>
                  </a:solidFill>
                  <a:prstDash val="solid"/>
                </a:ln>
                <a:solidFill>
                  <a:srgbClr val="151515"/>
                </a:solidFill>
                <a:latin typeface="맑은 고딕"/>
                <a:ea typeface="맑은 고딕"/>
                <a:cs typeface="맑은 고딕"/>
              </a:defRPr>
            </a:pPr>
            <a:r>
              <a:rPr sz="923" b="1">
                <a:ln w="7144">
                  <a:solidFill>
                    <a:srgbClr val="FFFFFF">
                      <a:alpha val="0"/>
                    </a:srgbClr>
                  </a:solidFill>
                  <a:prstDash val="solid"/>
                </a:ln>
                <a:solidFill>
                  <a:srgbClr val="151515"/>
                </a:solidFill>
                <a:latin typeface="맑은 고딕"/>
                <a:ea typeface="맑은 고딕"/>
                <a:cs typeface="맑은 고딕"/>
              </a:rPr>
              <a:t>분석·업무 로직</a:t>
            </a:r>
          </a:p>
        </p:txBody>
      </p:sp>
      <p:sp>
        <p:nvSpPr>
          <p:cNvPr id="40" name="tool-example-desc-2">
            <a:extLst xmlns:a="http://schemas.openxmlformats.org/drawingml/2006/main">
              <a:ext uri="{FF2B5EF4-FFF2-40B4-BE49-F238E27FC236}">
                <a16:creationId xmlns:a16="http://schemas.microsoft.com/office/drawing/2014/main" id="{A2705FE8-6E78-44FD-9E39-60557199E344}"/>
              </a:ext>
            </a:extLst>
          </p:cNvPr>
          <p:cNvSpPr>
            <a:spLocks xmlns:a="http://schemas.openxmlformats.org/drawingml/2006/main"/>
          </p:cNvSpPr>
          <p:nvPr/>
        </p:nvSpPr>
        <p:spPr>
          <a:xfrm xmlns:a="http://schemas.openxmlformats.org/drawingml/2006/main">
            <a:off x="5029200" y="558165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735" b="0">
                <a:ln w="7144">
                  <a:solidFill>
                    <a:srgbClr val="FFFFFF">
                      <a:alpha val="0"/>
                    </a:srgbClr>
                  </a:solidFill>
                  <a:prstDash val="solid"/>
                </a:ln>
                <a:solidFill>
                  <a:srgbClr val="777777"/>
                </a:solidFill>
                <a:latin typeface="맑은 고딕"/>
                <a:ea typeface="맑은 고딕"/>
                <a:cs typeface="맑은 고딕"/>
              </a:defRPr>
            </a:pPr>
            <a:r>
              <a:rPr sz="735" b="0">
                <a:ln w="7144">
                  <a:solidFill>
                    <a:srgbClr val="FFFFFF">
                      <a:alpha val="0"/>
                    </a:srgbClr>
                  </a:solidFill>
                  <a:prstDash val="solid"/>
                </a:ln>
                <a:solidFill>
                  <a:srgbClr val="777777"/>
                </a:solidFill>
                <a:latin typeface="맑은 고딕"/>
                <a:ea typeface="맑은 고딕"/>
                <a:cs typeface="맑은 고딕"/>
              </a:rPr>
              <a:t>계산 · 예측 · 판단</a:t>
            </a:r>
          </a:p>
        </p:txBody>
      </p:sp>
      <p:sp>
        <p:nvSpPr>
          <p:cNvPr id="41" name="tool-sep-2">
            <a:extLst xmlns:a="http://schemas.openxmlformats.org/drawingml/2006/main">
              <a:ext uri="{FF2B5EF4-FFF2-40B4-BE49-F238E27FC236}">
                <a16:creationId xmlns:a16="http://schemas.microsoft.com/office/drawing/2014/main" id="{A1069CD9-CEF2-4C4D-A1C6-6FBD7364454B}"/>
              </a:ext>
            </a:extLst>
          </p:cNvPr>
          <p:cNvSpPr>
            <a:spLocks xmlns:a="http://schemas.openxmlformats.org/drawingml/2006/main"/>
          </p:cNvSpPr>
          <p:nvPr/>
        </p:nvSpPr>
        <p:spPr>
          <a:xfrm xmlns:a="http://schemas.openxmlformats.org/drawingml/2006/main">
            <a:off x="6315075" y="5343525"/>
            <a:ext cx="9525" cy="457200"/>
          </a:xfrm>
          <a:prstGeom xmlns:a="http://schemas.openxmlformats.org/drawingml/2006/main" prst="rect">
            <a:avLst/>
          </a:prstGeom>
          <a:solidFill xmlns:a="http://schemas.openxmlformats.org/drawingml/2006/main">
            <a:srgbClr val="D5D5D5"/>
          </a:solidFill>
          <a:ln xmlns:a="http://schemas.openxmlformats.org/drawingml/2006/main" w="0">
            <a:noFill/>
            <a:prstDash val="solid"/>
          </a:ln>
        </p:spPr>
      </p:sp>
      <p:sp>
        <p:nvSpPr>
          <p:cNvPr id="42" name="tool-example-title-3">
            <a:extLst xmlns:a="http://schemas.openxmlformats.org/drawingml/2006/main">
              <a:ext uri="{FF2B5EF4-FFF2-40B4-BE49-F238E27FC236}">
                <a16:creationId xmlns:a16="http://schemas.microsoft.com/office/drawing/2014/main" id="{7729253F-1DE4-4EBA-B905-A1AECF09B709}"/>
              </a:ext>
            </a:extLst>
          </p:cNvPr>
          <p:cNvSpPr>
            <a:spLocks xmlns:a="http://schemas.openxmlformats.org/drawingml/2006/main"/>
          </p:cNvSpPr>
          <p:nvPr/>
        </p:nvSpPr>
        <p:spPr>
          <a:xfrm xmlns:a="http://schemas.openxmlformats.org/drawingml/2006/main">
            <a:off x="6429375" y="5314950"/>
            <a:ext cx="1000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23" b="1">
                <a:ln w="7144">
                  <a:solidFill>
                    <a:srgbClr val="FFFFFF">
                      <a:alpha val="0"/>
                    </a:srgbClr>
                  </a:solidFill>
                  <a:prstDash val="solid"/>
                </a:ln>
                <a:solidFill>
                  <a:srgbClr val="151515"/>
                </a:solidFill>
                <a:latin typeface="맑은 고딕"/>
                <a:ea typeface="맑은 고딕"/>
                <a:cs typeface="맑은 고딕"/>
              </a:defRPr>
            </a:pPr>
            <a:r>
              <a:rPr sz="923" b="1">
                <a:ln w="7144">
                  <a:solidFill>
                    <a:srgbClr val="FFFFFF">
                      <a:alpha val="0"/>
                    </a:srgbClr>
                  </a:solidFill>
                  <a:prstDash val="solid"/>
                </a:ln>
                <a:solidFill>
                  <a:srgbClr val="151515"/>
                </a:solidFill>
                <a:latin typeface="맑은 고딕"/>
                <a:ea typeface="맑은 고딕"/>
                <a:cs typeface="맑은 고딕"/>
              </a:rPr>
              <a:t>보고·시스템 처리</a:t>
            </a:r>
          </a:p>
        </p:txBody>
      </p:sp>
      <p:sp>
        <p:nvSpPr>
          <p:cNvPr id="43" name="tool-example-desc-3">
            <a:extLst xmlns:a="http://schemas.openxmlformats.org/drawingml/2006/main">
              <a:ext uri="{FF2B5EF4-FFF2-40B4-BE49-F238E27FC236}">
                <a16:creationId xmlns:a16="http://schemas.microsoft.com/office/drawing/2014/main" id="{2B6DA891-2A66-4A22-A5F3-747C00C07B81}"/>
              </a:ext>
            </a:extLst>
          </p:cNvPr>
          <p:cNvSpPr>
            <a:spLocks xmlns:a="http://schemas.openxmlformats.org/drawingml/2006/main"/>
          </p:cNvSpPr>
          <p:nvPr/>
        </p:nvSpPr>
        <p:spPr>
          <a:xfrm xmlns:a="http://schemas.openxmlformats.org/drawingml/2006/main">
            <a:off x="6429375" y="5581650"/>
            <a:ext cx="1000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735" b="0">
                <a:ln w="7144">
                  <a:solidFill>
                    <a:srgbClr val="FFFFFF">
                      <a:alpha val="0"/>
                    </a:srgbClr>
                  </a:solidFill>
                  <a:prstDash val="solid"/>
                </a:ln>
                <a:solidFill>
                  <a:srgbClr val="777777"/>
                </a:solidFill>
                <a:latin typeface="맑은 고딕"/>
                <a:ea typeface="맑은 고딕"/>
                <a:cs typeface="맑은 고딕"/>
              </a:defRPr>
            </a:pPr>
            <a:r>
              <a:rPr sz="735" b="0">
                <a:ln w="7144">
                  <a:solidFill>
                    <a:srgbClr val="FFFFFF">
                      <a:alpha val="0"/>
                    </a:srgbClr>
                  </a:solidFill>
                  <a:prstDash val="solid"/>
                </a:ln>
                <a:solidFill>
                  <a:srgbClr val="777777"/>
                </a:solidFill>
                <a:latin typeface="맑은 고딕"/>
                <a:ea typeface="맑은 고딕"/>
                <a:cs typeface="맑은 고딕"/>
              </a:rPr>
              <a:t>HTML · PPT · 변경</a:t>
            </a:r>
          </a:p>
        </p:txBody>
      </p:sp>
      <p:cxnSp>
        <p:nvCxnSpPr>
          <p:cNvPr id="113" name=""/>
          <p:cNvCxnSpPr>
            <a:stCxn xmlns:a="http://schemas.openxmlformats.org/drawingml/2006/main" id="15" idx="3"/>
            <a:endCxn xmlns:a="http://schemas.openxmlformats.org/drawingml/2006/main" id="18" idx="1"/>
          </p:cNvCxnSpPr>
          <p:nvPr/>
        </p:nvCxnSpPr>
        <p:spPr>
          <a:xfrm xmlns:a="http://schemas.openxmlformats.org/drawingml/2006/main">
            <a:off x="1676400" y="3371850"/>
            <a:ext cx="704850" cy="0"/>
          </a:xfrm>
          <a:prstGeom xmlns:a="http://schemas.openxmlformats.org/drawingml/2006/main" prst="straightConnector1">
            <a:avLst/>
          </a:prstGeom>
          <a:ln xmlns:a="http://schemas.openxmlformats.org/drawingml/2006/main" w="15240">
            <a:solidFill>
              <a:srgbClr val="4A4A4A"/>
            </a:solidFill>
            <a:prstDash val="solid"/>
            <a:headEnd type="none" w="med" len="med"/>
            <a:tailEnd type="arrow" w="sm" len="sm"/>
          </a:ln>
        </p:spPr>
      </p:cxnSp>
      <p:cxnSp>
        <p:nvCxnSpPr>
          <p:cNvPr id="114" name=""/>
          <p:cNvCxnSpPr>
            <a:stCxn xmlns:a="http://schemas.openxmlformats.org/drawingml/2006/main" id="18" idx="3"/>
            <a:endCxn xmlns:a="http://schemas.openxmlformats.org/drawingml/2006/main" id="22" idx="1"/>
          </p:cNvCxnSpPr>
          <p:nvPr/>
        </p:nvCxnSpPr>
        <p:spPr>
          <a:xfrm xmlns:a="http://schemas.openxmlformats.org/drawingml/2006/main">
            <a:off x="4762500" y="3371850"/>
            <a:ext cx="1143000" cy="0"/>
          </a:xfrm>
          <a:prstGeom xmlns:a="http://schemas.openxmlformats.org/drawingml/2006/main" prst="straightConnector1">
            <a:avLst/>
          </a:prstGeom>
          <a:ln xmlns:a="http://schemas.openxmlformats.org/drawingml/2006/main" w="11430">
            <a:solidFill>
              <a:srgbClr val="777777"/>
            </a:solidFill>
            <a:prstDash val="dash"/>
            <a:headEnd type="none" w="med" len="med"/>
            <a:tailEnd type="arrow" w="sm" len="sm"/>
          </a:ln>
        </p:spPr>
      </p:cxnSp>
      <p:cxnSp>
        <p:nvCxnSpPr>
          <p:cNvPr id="115" name=""/>
          <p:cNvCxnSpPr>
            <a:stCxn xmlns:a="http://schemas.openxmlformats.org/drawingml/2006/main" id="18" idx="2"/>
            <a:endCxn xmlns:a="http://schemas.openxmlformats.org/drawingml/2006/main" id="25" idx="0"/>
          </p:cNvCxnSpPr>
          <p:nvPr/>
        </p:nvCxnSpPr>
        <p:spPr>
          <a:xfrm xmlns:a="http://schemas.openxmlformats.org/drawingml/2006/main" flipH="1">
            <a:off x="2886075" y="3924300"/>
            <a:ext cx="685800" cy="247650"/>
          </a:xfrm>
          <a:prstGeom xmlns:a="http://schemas.openxmlformats.org/drawingml/2006/main" prst="bentConnector4">
            <a:avLst>
              <a:gd name="adj1" fmla="val 0"/>
              <a:gd name="adj2" fmla="val 50000"/>
            </a:avLst>
          </a:prstGeom>
          <a:ln xmlns:a="http://schemas.openxmlformats.org/drawingml/2006/main" w="11430">
            <a:solidFill>
              <a:srgbClr val="777777"/>
            </a:solidFill>
            <a:prstDash val="dash"/>
            <a:headEnd type="none" w="med" len="med"/>
            <a:tailEnd type="arrow" w="sm" len="sm"/>
          </a:ln>
        </p:spPr>
      </p:cxnSp>
      <p:cxnSp>
        <p:nvCxnSpPr>
          <p:cNvPr id="116" name=""/>
          <p:cNvCxnSpPr>
            <a:stCxn xmlns:a="http://schemas.openxmlformats.org/drawingml/2006/main" id="18" idx="2"/>
            <a:endCxn xmlns:a="http://schemas.openxmlformats.org/drawingml/2006/main" id="28" idx="0"/>
          </p:cNvCxnSpPr>
          <p:nvPr/>
        </p:nvCxnSpPr>
        <p:spPr>
          <a:xfrm xmlns:a="http://schemas.openxmlformats.org/drawingml/2006/main">
            <a:off x="3571875" y="3924300"/>
            <a:ext cx="2476500" cy="247650"/>
          </a:xfrm>
          <a:prstGeom xmlns:a="http://schemas.openxmlformats.org/drawingml/2006/main" prst="bentConnector4">
            <a:avLst>
              <a:gd name="adj1" fmla="val 0"/>
              <a:gd name="adj2" fmla="val 50000"/>
            </a:avLst>
          </a:prstGeom>
          <a:ln xmlns:a="http://schemas.openxmlformats.org/drawingml/2006/main" w="14288">
            <a:solidFill>
              <a:srgbClr val="4A4A4A"/>
            </a:solidFill>
            <a:prstDash val="solid"/>
            <a:headEnd type="none" w="med" len="med"/>
            <a:tailEnd type="arrow" w="sm" len="sm"/>
          </a:ln>
        </p:spPr>
      </p:cxnSp>
      <p:cxnSp>
        <p:nvCxnSpPr>
          <p:cNvPr id="117" name=""/>
          <p:cNvCxnSpPr>
            <a:stCxn xmlns:a="http://schemas.openxmlformats.org/drawingml/2006/main" id="22" idx="2"/>
            <a:endCxn xmlns:a="http://schemas.openxmlformats.org/drawingml/2006/main" id="28" idx="0"/>
          </p:cNvCxnSpPr>
          <p:nvPr/>
        </p:nvCxnSpPr>
        <p:spPr>
          <a:xfrm xmlns:a="http://schemas.openxmlformats.org/drawingml/2006/main" flipH="1">
            <a:off x="6048375" y="3743325"/>
            <a:ext cx="704850" cy="428625"/>
          </a:xfrm>
          <a:prstGeom xmlns:a="http://schemas.openxmlformats.org/drawingml/2006/main" prst="bentConnector4">
            <a:avLst>
              <a:gd name="adj1" fmla="val 0"/>
              <a:gd name="adj2" fmla="val 50000"/>
            </a:avLst>
          </a:prstGeom>
          <a:ln xmlns:a="http://schemas.openxmlformats.org/drawingml/2006/main" w="10478">
            <a:solidFill>
              <a:srgbClr val="777777"/>
            </a:solidFill>
            <a:prstDash val="dash"/>
            <a:headEnd type="none" w="med" len="med"/>
            <a:tailEnd type="arrow" w="sm" len="sm"/>
          </a:ln>
        </p:spPr>
      </p:cxnSp>
      <p:cxnSp>
        <p:nvCxnSpPr>
          <p:cNvPr id="118" name=""/>
          <p:cNvCxnSpPr>
            <a:stCxn xmlns:a="http://schemas.openxmlformats.org/drawingml/2006/main" id="28" idx="2"/>
            <a:endCxn xmlns:a="http://schemas.openxmlformats.org/drawingml/2006/main" id="33" idx="0"/>
          </p:cNvCxnSpPr>
          <p:nvPr/>
        </p:nvCxnSpPr>
        <p:spPr>
          <a:xfrm xmlns:a="http://schemas.openxmlformats.org/drawingml/2006/main">
            <a:off x="6048375" y="4914900"/>
            <a:ext cx="0" cy="266700"/>
          </a:xfrm>
          <a:prstGeom xmlns:a="http://schemas.openxmlformats.org/drawingml/2006/main" prst="straightConnector1">
            <a:avLst/>
          </a:prstGeom>
          <a:ln xmlns:a="http://schemas.openxmlformats.org/drawingml/2006/main" w="15240">
            <a:solidFill>
              <a:srgbClr val="4A4A4A"/>
            </a:solidFill>
            <a:prstDash val="solid"/>
            <a:headEnd type="none" w="med" len="med"/>
            <a:tailEnd type="arrow" w="sm" len="sm"/>
          </a:ln>
        </p:spPr>
      </p:cxnSp>
      <p:sp>
        <p:nvSpPr>
          <p:cNvPr id="50" name="user-link-label">
            <a:extLst xmlns:a="http://schemas.openxmlformats.org/drawingml/2006/main">
              <a:ext uri="{FF2B5EF4-FFF2-40B4-BE49-F238E27FC236}">
                <a16:creationId xmlns:a16="http://schemas.microsoft.com/office/drawing/2014/main" id="{9031DEFC-36FD-4EAF-BA29-B38E84A307B7}"/>
              </a:ext>
            </a:extLst>
          </p:cNvPr>
          <p:cNvSpPr>
            <a:spLocks xmlns:a="http://schemas.openxmlformats.org/drawingml/2006/main"/>
          </p:cNvSpPr>
          <p:nvPr/>
        </p:nvSpPr>
        <p:spPr>
          <a:xfrm xmlns:a="http://schemas.openxmlformats.org/drawingml/2006/main">
            <a:off x="1695450" y="312420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713" b="0">
                <a:ln w="7144">
                  <a:solidFill>
                    <a:srgbClr val="FFFFFF">
                      <a:alpha val="0"/>
                    </a:srgbClr>
                  </a:solidFill>
                  <a:prstDash val="solid"/>
                </a:ln>
                <a:solidFill>
                  <a:srgbClr val="777777"/>
                </a:solidFill>
                <a:latin typeface="맑은 고딕"/>
                <a:ea typeface="맑은 고딕"/>
                <a:cs typeface="맑은 고딕"/>
              </a:defRPr>
            </a:pPr>
            <a:r>
              <a:rPr sz="713" b="0">
                <a:ln w="7144">
                  <a:solidFill>
                    <a:srgbClr val="FFFFFF">
                      <a:alpha val="0"/>
                    </a:srgbClr>
                  </a:solidFill>
                  <a:prstDash val="solid"/>
                </a:ln>
                <a:solidFill>
                  <a:srgbClr val="777777"/>
                </a:solidFill>
                <a:latin typeface="맑은 고딕"/>
                <a:ea typeface="맑은 고딕"/>
                <a:cs typeface="맑은 고딕"/>
              </a:rPr>
              <a:t>요청 / 결과</a:t>
            </a:r>
          </a:p>
        </p:txBody>
      </p:sp>
      <p:sp>
        <p:nvSpPr>
          <p:cNvPr id="51" name="sub-link-label">
            <a:extLst xmlns:a="http://schemas.openxmlformats.org/drawingml/2006/main">
              <a:ext uri="{FF2B5EF4-FFF2-40B4-BE49-F238E27FC236}">
                <a16:creationId xmlns:a16="http://schemas.microsoft.com/office/drawing/2014/main" id="{F8046741-C3AE-46EB-8718-2B9FB30F4D7C}"/>
              </a:ext>
            </a:extLst>
          </p:cNvPr>
          <p:cNvSpPr>
            <a:spLocks xmlns:a="http://schemas.openxmlformats.org/drawingml/2006/main"/>
          </p:cNvSpPr>
          <p:nvPr/>
        </p:nvSpPr>
        <p:spPr>
          <a:xfrm xmlns:a="http://schemas.openxmlformats.org/drawingml/2006/main">
            <a:off x="5162550" y="310515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90" b="0">
                <a:ln w="7144">
                  <a:solidFill>
                    <a:srgbClr val="FFFFFF">
                      <a:alpha val="0"/>
                    </a:srgbClr>
                  </a:solidFill>
                  <a:prstDash val="solid"/>
                </a:ln>
                <a:solidFill>
                  <a:srgbClr val="777777"/>
                </a:solidFill>
                <a:latin typeface="맑은 고딕"/>
                <a:ea typeface="맑은 고딕"/>
                <a:cs typeface="맑은 고딕"/>
              </a:defRPr>
            </a:pPr>
            <a:r>
              <a:rPr sz="690" b="0">
                <a:ln w="7144">
                  <a:solidFill>
                    <a:srgbClr val="FFFFFF">
                      <a:alpha val="0"/>
                    </a:srgbClr>
                  </a:solidFill>
                  <a:prstDash val="solid"/>
                </a:ln>
                <a:solidFill>
                  <a:srgbClr val="777777"/>
                </a:solidFill>
                <a:latin typeface="맑은 고딕"/>
                <a:ea typeface="맑은 고딕"/>
                <a:cs typeface="맑은 고딕"/>
              </a:rPr>
              <a:t>필요 시 위임</a:t>
            </a:r>
          </a:p>
        </p:txBody>
      </p:sp>
      <p:sp>
        <p:nvSpPr>
          <p:cNvPr id="52" name="skill-link-label">
            <a:extLst xmlns:a="http://schemas.openxmlformats.org/drawingml/2006/main">
              <a:ext uri="{FF2B5EF4-FFF2-40B4-BE49-F238E27FC236}">
                <a16:creationId xmlns:a16="http://schemas.microsoft.com/office/drawing/2014/main" id="{E25C7969-DE4D-4365-9553-FF6AC3A87920}"/>
              </a:ext>
            </a:extLst>
          </p:cNvPr>
          <p:cNvSpPr>
            <a:spLocks xmlns:a="http://schemas.openxmlformats.org/drawingml/2006/main"/>
          </p:cNvSpPr>
          <p:nvPr/>
        </p:nvSpPr>
        <p:spPr>
          <a:xfrm xmlns:a="http://schemas.openxmlformats.org/drawingml/2006/main">
            <a:off x="3143250" y="396240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90" b="0">
                <a:ln w="7144">
                  <a:solidFill>
                    <a:srgbClr val="FFFFFF">
                      <a:alpha val="0"/>
                    </a:srgbClr>
                  </a:solidFill>
                  <a:prstDash val="solid"/>
                </a:ln>
                <a:solidFill>
                  <a:srgbClr val="777777"/>
                </a:solidFill>
                <a:latin typeface="맑은 고딕"/>
                <a:ea typeface="맑은 고딕"/>
                <a:cs typeface="맑은 고딕"/>
              </a:defRPr>
            </a:pPr>
            <a:r>
              <a:rPr sz="690" b="0">
                <a:ln w="7144">
                  <a:solidFill>
                    <a:srgbClr val="FFFFFF">
                      <a:alpha val="0"/>
                    </a:srgbClr>
                  </a:solidFill>
                  <a:prstDash val="solid"/>
                </a:ln>
                <a:solidFill>
                  <a:srgbClr val="777777"/>
                </a:solidFill>
                <a:latin typeface="맑은 고딕"/>
                <a:ea typeface="맑은 고딕"/>
                <a:cs typeface="맑은 고딕"/>
              </a:rPr>
              <a:t>업무 절차 참조</a:t>
            </a:r>
          </a:p>
        </p:txBody>
      </p:sp>
      <p:sp>
        <p:nvSpPr>
          <p:cNvPr id="53" name="strategy-num-1">
            <a:extLst xmlns:a="http://schemas.openxmlformats.org/drawingml/2006/main">
              <a:ext uri="{FF2B5EF4-FFF2-40B4-BE49-F238E27FC236}">
                <a16:creationId xmlns:a16="http://schemas.microsoft.com/office/drawing/2014/main" id="{F02DB86C-D42C-4396-B4FB-017A3D6736DA}"/>
              </a:ext>
            </a:extLst>
          </p:cNvPr>
          <p:cNvSpPr>
            <a:spLocks xmlns:a="http://schemas.openxmlformats.org/drawingml/2006/main"/>
          </p:cNvSpPr>
          <p:nvPr/>
        </p:nvSpPr>
        <p:spPr>
          <a:xfrm xmlns:a="http://schemas.openxmlformats.org/drawingml/2006/main">
            <a:off x="8039100" y="21526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75" b="1">
                <a:ln w="7144">
                  <a:solidFill>
                    <a:srgbClr val="FFFFFF">
                      <a:alpha val="0"/>
                    </a:srgbClr>
                  </a:solidFill>
                  <a:prstDash val="solid"/>
                </a:ln>
                <a:solidFill>
                  <a:srgbClr val="989898"/>
                </a:solidFill>
                <a:latin typeface="맑은 고딕"/>
                <a:ea typeface="맑은 고딕"/>
                <a:cs typeface="맑은 고딕"/>
              </a:defRPr>
            </a:pPr>
            <a:r>
              <a:rPr sz="975" b="1">
                <a:ln w="7144">
                  <a:solidFill>
                    <a:srgbClr val="FFFFFF">
                      <a:alpha val="0"/>
                    </a:srgbClr>
                  </a:solidFill>
                  <a:prstDash val="solid"/>
                </a:ln>
                <a:solidFill>
                  <a:srgbClr val="989898"/>
                </a:solidFill>
                <a:latin typeface="맑은 고딕"/>
                <a:ea typeface="맑은 고딕"/>
                <a:cs typeface="맑은 고딕"/>
              </a:rPr>
              <a:t>01</a:t>
            </a:r>
          </a:p>
        </p:txBody>
      </p:sp>
      <p:sp>
        <p:nvSpPr>
          <p:cNvPr id="54" name="strategy-title-1">
            <a:extLst xmlns:a="http://schemas.openxmlformats.org/drawingml/2006/main">
              <a:ext uri="{FF2B5EF4-FFF2-40B4-BE49-F238E27FC236}">
                <a16:creationId xmlns:a16="http://schemas.microsoft.com/office/drawing/2014/main" id="{2162CB9B-90E9-4E25-A8E2-AD707B40E1A0}"/>
              </a:ext>
            </a:extLst>
          </p:cNvPr>
          <p:cNvSpPr>
            <a:spLocks xmlns:a="http://schemas.openxmlformats.org/drawingml/2006/main"/>
          </p:cNvSpPr>
          <p:nvPr/>
        </p:nvSpPr>
        <p:spPr>
          <a:xfrm xmlns:a="http://schemas.openxmlformats.org/drawingml/2006/main">
            <a:off x="8572500" y="2133600"/>
            <a:ext cx="3162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ln w="7144">
                  <a:solidFill>
                    <a:srgbClr val="FFFFFF">
                      <a:alpha val="0"/>
                    </a:srgbClr>
                  </a:solidFill>
                  <a:prstDash val="solid"/>
                </a:ln>
                <a:solidFill>
                  <a:srgbClr val="151515"/>
                </a:solidFill>
                <a:latin typeface="맑은 고딕"/>
                <a:ea typeface="맑은 고딕"/>
                <a:cs typeface="맑은 고딕"/>
              </a:defRPr>
            </a:pPr>
            <a:r>
              <a:rPr sz="1275" b="1">
                <a:ln w="7144">
                  <a:solidFill>
                    <a:srgbClr val="FFFFFF">
                      <a:alpha val="0"/>
                    </a:srgbClr>
                  </a:solidFill>
                  <a:prstDash val="solid"/>
                </a:ln>
                <a:solidFill>
                  <a:srgbClr val="151515"/>
                </a:solidFill>
                <a:latin typeface="맑은 고딕"/>
                <a:ea typeface="맑은 고딕"/>
                <a:cs typeface="맑은 고딕"/>
              </a:rPr>
              <a:t>공통 실행 기반</a:t>
            </a:r>
          </a:p>
        </p:txBody>
      </p:sp>
      <p:sp>
        <p:nvSpPr>
          <p:cNvPr id="55" name="strategy-desc-1">
            <a:extLst xmlns:a="http://schemas.openxmlformats.org/drawingml/2006/main">
              <a:ext uri="{FF2B5EF4-FFF2-40B4-BE49-F238E27FC236}">
                <a16:creationId xmlns:a16="http://schemas.microsoft.com/office/drawing/2014/main" id="{347C9DC1-A81B-4F8E-B06D-DF8FA8FD05A0}"/>
              </a:ext>
            </a:extLst>
          </p:cNvPr>
          <p:cNvSpPr>
            <a:spLocks xmlns:a="http://schemas.openxmlformats.org/drawingml/2006/main"/>
          </p:cNvSpPr>
          <p:nvPr/>
        </p:nvSpPr>
        <p:spPr>
          <a:xfrm xmlns:a="http://schemas.openxmlformats.org/drawingml/2006/main">
            <a:off x="8572500" y="2476500"/>
            <a:ext cx="3162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85" b="0">
                <a:ln w="7144">
                  <a:solidFill>
                    <a:srgbClr val="FFFFFF">
                      <a:alpha val="0"/>
                    </a:srgbClr>
                  </a:solidFill>
                  <a:prstDash val="solid"/>
                </a:ln>
                <a:solidFill>
                  <a:srgbClr val="777777"/>
                </a:solidFill>
                <a:latin typeface="맑은 고딕"/>
                <a:ea typeface="맑은 고딕"/>
                <a:cs typeface="맑은 고딕"/>
              </a:defRPr>
            </a:pPr>
            <a:r>
              <a:rPr sz="885" b="0">
                <a:ln w="7144">
                  <a:solidFill>
                    <a:srgbClr val="FFFFFF">
                      <a:alpha val="0"/>
                    </a:srgbClr>
                  </a:solidFill>
                  <a:prstDash val="solid"/>
                </a:ln>
                <a:solidFill>
                  <a:srgbClr val="777777"/>
                </a:solidFill>
                <a:latin typeface="맑은 고딕"/>
                <a:ea typeface="맑은 고딕"/>
                <a:cs typeface="맑은 고딕"/>
              </a:rPr>
              <a:t>Harness·Main Agent Engine·공통 보고 기능은 부문에서 제공</a:t>
            </a:r>
          </a:p>
          <a:p xmlns:a="http://schemas.openxmlformats.org/drawingml/2006/main">
            <a:pPr algn="l">
              <a:defRPr sz="885" b="0">
                <a:ln w="7144">
                  <a:solidFill>
                    <a:srgbClr val="FFFFFF">
                      <a:alpha val="0"/>
                    </a:srgbClr>
                  </a:solidFill>
                  <a:prstDash val="solid"/>
                </a:ln>
                <a:solidFill>
                  <a:srgbClr val="777777"/>
                </a:solidFill>
                <a:latin typeface="맑은 고딕"/>
                <a:ea typeface="맑은 고딕"/>
                <a:cs typeface="맑은 고딕"/>
              </a:defRPr>
            </a:pPr>
            <a:r>
              <a:rPr sz="885" b="0">
                <a:ln w="7144">
                  <a:solidFill>
                    <a:srgbClr val="FFFFFF">
                      <a:alpha val="0"/>
                    </a:srgbClr>
                  </a:solidFill>
                  <a:prstDash val="solid"/>
                </a:ln>
                <a:solidFill>
                  <a:srgbClr val="777777"/>
                </a:solidFill>
                <a:latin typeface="맑은 고딕"/>
                <a:ea typeface="맑은 고딕"/>
                <a:cs typeface="맑은 고딕"/>
              </a:rPr>
              <a:t>구독 영역에 따라 필요한 기능만 노출</a:t>
            </a:r>
          </a:p>
        </p:txBody>
      </p:sp>
      <p:sp>
        <p:nvSpPr>
          <p:cNvPr id="56" name="strategy-sep-1">
            <a:extLst xmlns:a="http://schemas.openxmlformats.org/drawingml/2006/main">
              <a:ext uri="{FF2B5EF4-FFF2-40B4-BE49-F238E27FC236}">
                <a16:creationId xmlns:a16="http://schemas.microsoft.com/office/drawing/2014/main" id="{66A08E22-A237-4C5B-8C4E-934CF6B959D6}"/>
              </a:ext>
            </a:extLst>
          </p:cNvPr>
          <p:cNvSpPr>
            <a:spLocks xmlns:a="http://schemas.openxmlformats.org/drawingml/2006/main"/>
          </p:cNvSpPr>
          <p:nvPr/>
        </p:nvSpPr>
        <p:spPr>
          <a:xfrm xmlns:a="http://schemas.openxmlformats.org/drawingml/2006/main">
            <a:off x="8039100" y="3133725"/>
            <a:ext cx="3695700" cy="9525"/>
          </a:xfrm>
          <a:prstGeom xmlns:a="http://schemas.openxmlformats.org/drawingml/2006/main" prst="rect">
            <a:avLst/>
          </a:prstGeom>
          <a:solidFill xmlns:a="http://schemas.openxmlformats.org/drawingml/2006/main">
            <a:srgbClr val="D5D5D5"/>
          </a:solidFill>
          <a:ln xmlns:a="http://schemas.openxmlformats.org/drawingml/2006/main" w="0">
            <a:noFill/>
            <a:prstDash val="solid"/>
          </a:ln>
        </p:spPr>
      </p:sp>
      <p:sp>
        <p:nvSpPr>
          <p:cNvPr id="57" name="strategy-num-2">
            <a:extLst xmlns:a="http://schemas.openxmlformats.org/drawingml/2006/main">
              <a:ext uri="{FF2B5EF4-FFF2-40B4-BE49-F238E27FC236}">
                <a16:creationId xmlns:a16="http://schemas.microsoft.com/office/drawing/2014/main" id="{59AA5786-C834-43E1-80E3-3649C97903F9}"/>
              </a:ext>
            </a:extLst>
          </p:cNvPr>
          <p:cNvSpPr>
            <a:spLocks xmlns:a="http://schemas.openxmlformats.org/drawingml/2006/main"/>
          </p:cNvSpPr>
          <p:nvPr/>
        </p:nvSpPr>
        <p:spPr>
          <a:xfrm xmlns:a="http://schemas.openxmlformats.org/drawingml/2006/main">
            <a:off x="8039100" y="330517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75" b="1">
                <a:ln w="7144">
                  <a:solidFill>
                    <a:srgbClr val="FFFFFF">
                      <a:alpha val="0"/>
                    </a:srgbClr>
                  </a:solidFill>
                  <a:prstDash val="solid"/>
                </a:ln>
                <a:solidFill>
                  <a:srgbClr val="989898"/>
                </a:solidFill>
                <a:latin typeface="맑은 고딕"/>
                <a:ea typeface="맑은 고딕"/>
                <a:cs typeface="맑은 고딕"/>
              </a:defRPr>
            </a:pPr>
            <a:r>
              <a:rPr sz="975" b="1">
                <a:ln w="7144">
                  <a:solidFill>
                    <a:srgbClr val="FFFFFF">
                      <a:alpha val="0"/>
                    </a:srgbClr>
                  </a:solidFill>
                  <a:prstDash val="solid"/>
                </a:ln>
                <a:solidFill>
                  <a:srgbClr val="989898"/>
                </a:solidFill>
                <a:latin typeface="맑은 고딕"/>
                <a:ea typeface="맑은 고딕"/>
                <a:cs typeface="맑은 고딕"/>
              </a:rPr>
              <a:t>02</a:t>
            </a:r>
          </a:p>
        </p:txBody>
      </p:sp>
      <p:sp>
        <p:nvSpPr>
          <p:cNvPr id="58" name="strategy-title-2">
            <a:extLst xmlns:a="http://schemas.openxmlformats.org/drawingml/2006/main">
              <a:ext uri="{FF2B5EF4-FFF2-40B4-BE49-F238E27FC236}">
                <a16:creationId xmlns:a16="http://schemas.microsoft.com/office/drawing/2014/main" id="{C836943A-2EA2-4D2E-88BA-A89F2E4B8AE5}"/>
              </a:ext>
            </a:extLst>
          </p:cNvPr>
          <p:cNvSpPr>
            <a:spLocks xmlns:a="http://schemas.openxmlformats.org/drawingml/2006/main"/>
          </p:cNvSpPr>
          <p:nvPr/>
        </p:nvSpPr>
        <p:spPr>
          <a:xfrm xmlns:a="http://schemas.openxmlformats.org/drawingml/2006/main">
            <a:off x="8572500" y="3286125"/>
            <a:ext cx="3162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ln w="7144">
                  <a:solidFill>
                    <a:srgbClr val="FFFFFF">
                      <a:alpha val="0"/>
                    </a:srgbClr>
                  </a:solidFill>
                  <a:prstDash val="solid"/>
                </a:ln>
                <a:solidFill>
                  <a:srgbClr val="151515"/>
                </a:solidFill>
                <a:latin typeface="맑은 고딕"/>
                <a:ea typeface="맑은 고딕"/>
                <a:cs typeface="맑은 고딕"/>
              </a:defRPr>
            </a:pPr>
            <a:r>
              <a:rPr sz="1275" b="1">
                <a:ln w="7144">
                  <a:solidFill>
                    <a:srgbClr val="FFFFFF">
                      <a:alpha val="0"/>
                    </a:srgbClr>
                  </a:solidFill>
                  <a:prstDash val="solid"/>
                </a:ln>
                <a:solidFill>
                  <a:srgbClr val="151515"/>
                </a:solidFill>
                <a:latin typeface="맑은 고딕"/>
                <a:ea typeface="맑은 고딕"/>
                <a:cs typeface="맑은 고딕"/>
              </a:rPr>
              <a:t>업무 기능은 조직 자율</a:t>
            </a:r>
          </a:p>
        </p:txBody>
      </p:sp>
      <p:sp>
        <p:nvSpPr>
          <p:cNvPr id="59" name="strategy-desc-2">
            <a:extLst xmlns:a="http://schemas.openxmlformats.org/drawingml/2006/main">
              <a:ext uri="{FF2B5EF4-FFF2-40B4-BE49-F238E27FC236}">
                <a16:creationId xmlns:a16="http://schemas.microsoft.com/office/drawing/2014/main" id="{D79F67AF-22EE-4E1D-B5EC-34DB370F580D}"/>
              </a:ext>
            </a:extLst>
          </p:cNvPr>
          <p:cNvSpPr>
            <a:spLocks xmlns:a="http://schemas.openxmlformats.org/drawingml/2006/main"/>
          </p:cNvSpPr>
          <p:nvPr/>
        </p:nvSpPr>
        <p:spPr>
          <a:xfrm xmlns:a="http://schemas.openxmlformats.org/drawingml/2006/main">
            <a:off x="8572500" y="3629025"/>
            <a:ext cx="3162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85" b="0">
                <a:ln w="7144">
                  <a:solidFill>
                    <a:srgbClr val="FFFFFF">
                      <a:alpha val="0"/>
                    </a:srgbClr>
                  </a:solidFill>
                  <a:prstDash val="solid"/>
                </a:ln>
                <a:solidFill>
                  <a:srgbClr val="777777"/>
                </a:solidFill>
                <a:latin typeface="맑은 고딕"/>
                <a:ea typeface="맑은 고딕"/>
                <a:cs typeface="맑은 고딕"/>
              </a:defRPr>
            </a:pPr>
            <a:r>
              <a:rPr sz="885" b="0">
                <a:ln w="7144">
                  <a:solidFill>
                    <a:srgbClr val="FFFFFF">
                      <a:alpha val="0"/>
                    </a:srgbClr>
                  </a:solidFill>
                  <a:prstDash val="solid"/>
                </a:ln>
                <a:solidFill>
                  <a:srgbClr val="777777"/>
                </a:solidFill>
                <a:latin typeface="맑은 고딕"/>
                <a:ea typeface="맑은 고딕"/>
                <a:cs typeface="맑은 고딕"/>
              </a:rPr>
              <a:t>업무 Tool·Skill은 현업이 설계</a:t>
            </a:r>
          </a:p>
          <a:p xmlns:a="http://schemas.openxmlformats.org/drawingml/2006/main">
            <a:pPr algn="l">
              <a:defRPr sz="885" b="0">
                <a:ln w="7144">
                  <a:solidFill>
                    <a:srgbClr val="FFFFFF">
                      <a:alpha val="0"/>
                    </a:srgbClr>
                  </a:solidFill>
                  <a:prstDash val="solid"/>
                </a:ln>
                <a:solidFill>
                  <a:srgbClr val="777777"/>
                </a:solidFill>
                <a:latin typeface="맑은 고딕"/>
                <a:ea typeface="맑은 고딕"/>
                <a:cs typeface="맑은 고딕"/>
              </a:defRPr>
            </a:pPr>
            <a:r>
              <a:rPr sz="885" b="0">
                <a:ln w="7144">
                  <a:solidFill>
                    <a:srgbClr val="FFFFFF">
                      <a:alpha val="0"/>
                    </a:srgbClr>
                  </a:solidFill>
                  <a:prstDash val="solid"/>
                </a:ln>
                <a:solidFill>
                  <a:srgbClr val="777777"/>
                </a:solidFill>
                <a:latin typeface="맑은 고딕"/>
                <a:ea typeface="맑은 고딕"/>
                <a:cs typeface="맑은 고딕"/>
              </a:rPr>
              <a:t>Langflow·Custom Component·Code 방식 중 선택</a:t>
            </a:r>
          </a:p>
        </p:txBody>
      </p:sp>
      <p:sp>
        <p:nvSpPr>
          <p:cNvPr id="60" name="strategy-sep-2">
            <a:extLst xmlns:a="http://schemas.openxmlformats.org/drawingml/2006/main">
              <a:ext uri="{FF2B5EF4-FFF2-40B4-BE49-F238E27FC236}">
                <a16:creationId xmlns:a16="http://schemas.microsoft.com/office/drawing/2014/main" id="{3A1AAC5F-C4AD-4A75-9491-449383B5E580}"/>
              </a:ext>
            </a:extLst>
          </p:cNvPr>
          <p:cNvSpPr>
            <a:spLocks xmlns:a="http://schemas.openxmlformats.org/drawingml/2006/main"/>
          </p:cNvSpPr>
          <p:nvPr/>
        </p:nvSpPr>
        <p:spPr>
          <a:xfrm xmlns:a="http://schemas.openxmlformats.org/drawingml/2006/main">
            <a:off x="8039100" y="4286250"/>
            <a:ext cx="3695700" cy="9525"/>
          </a:xfrm>
          <a:prstGeom xmlns:a="http://schemas.openxmlformats.org/drawingml/2006/main" prst="rect">
            <a:avLst/>
          </a:prstGeom>
          <a:solidFill xmlns:a="http://schemas.openxmlformats.org/drawingml/2006/main">
            <a:srgbClr val="D5D5D5"/>
          </a:solidFill>
          <a:ln xmlns:a="http://schemas.openxmlformats.org/drawingml/2006/main" w="0">
            <a:noFill/>
            <a:prstDash val="solid"/>
          </a:ln>
        </p:spPr>
      </p:sp>
      <p:sp>
        <p:nvSpPr>
          <p:cNvPr id="61" name="strategy-num-3">
            <a:extLst xmlns:a="http://schemas.openxmlformats.org/drawingml/2006/main">
              <a:ext uri="{FF2B5EF4-FFF2-40B4-BE49-F238E27FC236}">
                <a16:creationId xmlns:a16="http://schemas.microsoft.com/office/drawing/2014/main" id="{9E636887-75E6-4AA2-AF3F-B3314DF29385}"/>
              </a:ext>
            </a:extLst>
          </p:cNvPr>
          <p:cNvSpPr>
            <a:spLocks xmlns:a="http://schemas.openxmlformats.org/drawingml/2006/main"/>
          </p:cNvSpPr>
          <p:nvPr/>
        </p:nvSpPr>
        <p:spPr>
          <a:xfrm xmlns:a="http://schemas.openxmlformats.org/drawingml/2006/main">
            <a:off x="8039100" y="44577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75" b="1">
                <a:ln w="7144">
                  <a:solidFill>
                    <a:srgbClr val="FFFFFF">
                      <a:alpha val="0"/>
                    </a:srgbClr>
                  </a:solidFill>
                  <a:prstDash val="solid"/>
                </a:ln>
                <a:solidFill>
                  <a:srgbClr val="989898"/>
                </a:solidFill>
                <a:latin typeface="맑은 고딕"/>
                <a:ea typeface="맑은 고딕"/>
                <a:cs typeface="맑은 고딕"/>
              </a:defRPr>
            </a:pPr>
            <a:r>
              <a:rPr sz="975" b="1">
                <a:ln w="7144">
                  <a:solidFill>
                    <a:srgbClr val="FFFFFF">
                      <a:alpha val="0"/>
                    </a:srgbClr>
                  </a:solidFill>
                  <a:prstDash val="solid"/>
                </a:ln>
                <a:solidFill>
                  <a:srgbClr val="989898"/>
                </a:solidFill>
                <a:latin typeface="맑은 고딕"/>
                <a:ea typeface="맑은 고딕"/>
                <a:cs typeface="맑은 고딕"/>
              </a:rPr>
              <a:t>03</a:t>
            </a:r>
          </a:p>
        </p:txBody>
      </p:sp>
      <p:sp>
        <p:nvSpPr>
          <p:cNvPr id="62" name="strategy-title-3">
            <a:extLst xmlns:a="http://schemas.openxmlformats.org/drawingml/2006/main">
              <a:ext uri="{FF2B5EF4-FFF2-40B4-BE49-F238E27FC236}">
                <a16:creationId xmlns:a16="http://schemas.microsoft.com/office/drawing/2014/main" id="{12FFAE23-0B6C-46E1-933F-1B20A284EFCB}"/>
              </a:ext>
            </a:extLst>
          </p:cNvPr>
          <p:cNvSpPr>
            <a:spLocks xmlns:a="http://schemas.openxmlformats.org/drawingml/2006/main"/>
          </p:cNvSpPr>
          <p:nvPr/>
        </p:nvSpPr>
        <p:spPr>
          <a:xfrm xmlns:a="http://schemas.openxmlformats.org/drawingml/2006/main">
            <a:off x="8572500" y="4438650"/>
            <a:ext cx="3162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ln w="7144">
                  <a:solidFill>
                    <a:srgbClr val="FFFFFF">
                      <a:alpha val="0"/>
                    </a:srgbClr>
                  </a:solidFill>
                  <a:prstDash val="solid"/>
                </a:ln>
                <a:solidFill>
                  <a:srgbClr val="151515"/>
                </a:solidFill>
                <a:latin typeface="맑은 고딕"/>
                <a:ea typeface="맑은 고딕"/>
                <a:cs typeface="맑은 고딕"/>
              </a:defRPr>
            </a:pPr>
            <a:r>
              <a:rPr sz="1275" b="1">
                <a:ln w="7144">
                  <a:solidFill>
                    <a:srgbClr val="FFFFFF">
                      <a:alpha val="0"/>
                    </a:srgbClr>
                  </a:solidFill>
                  <a:prstDash val="solid"/>
                </a:ln>
                <a:solidFill>
                  <a:srgbClr val="151515"/>
                </a:solidFill>
                <a:latin typeface="맑은 고딕"/>
                <a:ea typeface="맑은 고딕"/>
                <a:cs typeface="맑은 고딕"/>
              </a:rPr>
              <a:t>연결 경계만 공통화</a:t>
            </a:r>
          </a:p>
        </p:txBody>
      </p:sp>
      <p:sp>
        <p:nvSpPr>
          <p:cNvPr id="63" name="strategy-desc-3">
            <a:extLst xmlns:a="http://schemas.openxmlformats.org/drawingml/2006/main">
              <a:ext uri="{FF2B5EF4-FFF2-40B4-BE49-F238E27FC236}">
                <a16:creationId xmlns:a16="http://schemas.microsoft.com/office/drawing/2014/main" id="{A595134D-43BE-443A-BF76-D1B7F64313B7}"/>
              </a:ext>
            </a:extLst>
          </p:cNvPr>
          <p:cNvSpPr>
            <a:spLocks xmlns:a="http://schemas.openxmlformats.org/drawingml/2006/main"/>
          </p:cNvSpPr>
          <p:nvPr/>
        </p:nvSpPr>
        <p:spPr>
          <a:xfrm xmlns:a="http://schemas.openxmlformats.org/drawingml/2006/main">
            <a:off x="8572500" y="4781550"/>
            <a:ext cx="3162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85" b="0">
                <a:ln w="7144">
                  <a:solidFill>
                    <a:srgbClr val="FFFFFF">
                      <a:alpha val="0"/>
                    </a:srgbClr>
                  </a:solidFill>
                  <a:prstDash val="solid"/>
                </a:ln>
                <a:solidFill>
                  <a:srgbClr val="777777"/>
                </a:solidFill>
                <a:latin typeface="맑은 고딕"/>
                <a:ea typeface="맑은 고딕"/>
                <a:cs typeface="맑은 고딕"/>
              </a:defRPr>
            </a:pPr>
            <a:r>
              <a:rPr sz="885" b="0">
                <a:ln w="7144">
                  <a:solidFill>
                    <a:srgbClr val="FFFFFF">
                      <a:alpha val="0"/>
                    </a:srgbClr>
                  </a:solidFill>
                  <a:prstDash val="solid"/>
                </a:ln>
                <a:solidFill>
                  <a:srgbClr val="777777"/>
                </a:solidFill>
                <a:latin typeface="맑은 고딕"/>
                <a:ea typeface="맑은 고딕"/>
                <a:cs typeface="맑은 고딕"/>
              </a:rPr>
              <a:t>Tool 이름과 내부 구현은 자유</a:t>
            </a:r>
          </a:p>
          <a:p xmlns:a="http://schemas.openxmlformats.org/drawingml/2006/main">
            <a:pPr algn="l">
              <a:defRPr sz="885" b="0">
                <a:ln w="7144">
                  <a:solidFill>
                    <a:srgbClr val="FFFFFF">
                      <a:alpha val="0"/>
                    </a:srgbClr>
                  </a:solidFill>
                  <a:prstDash val="solid"/>
                </a:ln>
                <a:solidFill>
                  <a:srgbClr val="777777"/>
                </a:solidFill>
                <a:latin typeface="맑은 고딕"/>
                <a:ea typeface="맑은 고딕"/>
                <a:cs typeface="맑은 고딕"/>
              </a:defRPr>
            </a:pPr>
            <a:r>
              <a:rPr sz="885" b="0">
                <a:ln w="7144">
                  <a:solidFill>
                    <a:srgbClr val="FFFFFF">
                      <a:alpha val="0"/>
                    </a:srgbClr>
                  </a:solidFill>
                  <a:prstDash val="solid"/>
                </a:ln>
                <a:solidFill>
                  <a:srgbClr val="777777"/>
                </a:solidFill>
                <a:latin typeface="맑은 고딕"/>
                <a:ea typeface="맑은 고딕"/>
                <a:cs typeface="맑은 고딕"/>
              </a:rPr>
              <a:t>MCP 호출 방식과 공통 출력 형식만 유지</a:t>
            </a:r>
          </a:p>
        </p:txBody>
      </p:sp>
      <p:sp>
        <p:nvSpPr>
          <p:cNvPr id="64" name="strategy-note">
            <a:extLst xmlns:a="http://schemas.openxmlformats.org/drawingml/2006/main">
              <a:ext uri="{FF2B5EF4-FFF2-40B4-BE49-F238E27FC236}">
                <a16:creationId xmlns:a16="http://schemas.microsoft.com/office/drawing/2014/main" id="{9DEBA8EA-244E-4541-B409-AECBA43F8C81}"/>
              </a:ext>
            </a:extLst>
          </p:cNvPr>
          <p:cNvSpPr>
            <a:spLocks xmlns:a="http://schemas.openxmlformats.org/drawingml/2006/main"/>
          </p:cNvSpPr>
          <p:nvPr/>
        </p:nvSpPr>
        <p:spPr>
          <a:xfrm xmlns:a="http://schemas.openxmlformats.org/drawingml/2006/main">
            <a:off x="8039100" y="5467350"/>
            <a:ext cx="3695700" cy="485775"/>
          </a:xfrm>
          <a:prstGeom xmlns:a="http://schemas.openxmlformats.org/drawingml/2006/main" prst="roundRect">
            <a:avLst>
              <a:gd name="adj" fmla="val 3922"/>
            </a:avLst>
          </a:prstGeom>
          <a:solidFill xmlns:a="http://schemas.openxmlformats.org/drawingml/2006/main">
            <a:srgbClr val="F4F4F4"/>
          </a:solidFill>
          <a:ln xmlns:a="http://schemas.openxmlformats.org/drawingml/2006/main" w="9525">
            <a:solidFill>
              <a:srgbClr val="D5D5D5"/>
            </a:solidFill>
            <a:prstDash val="solid"/>
          </a:ln>
        </p:spPr>
      </p:sp>
      <p:sp>
        <p:nvSpPr>
          <p:cNvPr id="65" name="strategy-note-title">
            <a:extLst xmlns:a="http://schemas.openxmlformats.org/drawingml/2006/main">
              <a:ext uri="{FF2B5EF4-FFF2-40B4-BE49-F238E27FC236}">
                <a16:creationId xmlns:a16="http://schemas.microsoft.com/office/drawing/2014/main" id="{8C2B0F2C-1E98-4683-BC2B-1C98130EE6C0}"/>
              </a:ext>
            </a:extLst>
          </p:cNvPr>
          <p:cNvSpPr>
            <a:spLocks xmlns:a="http://schemas.openxmlformats.org/drawingml/2006/main"/>
          </p:cNvSpPr>
          <p:nvPr/>
        </p:nvSpPr>
        <p:spPr>
          <a:xfrm xmlns:a="http://schemas.openxmlformats.org/drawingml/2006/main">
            <a:off x="8210550" y="5534025"/>
            <a:ext cx="6858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788" b="1">
                <a:ln w="7144">
                  <a:solidFill>
                    <a:srgbClr val="FFFFFF">
                      <a:alpha val="0"/>
                    </a:srgbClr>
                  </a:solidFill>
                  <a:prstDash val="solid"/>
                </a:ln>
                <a:solidFill>
                  <a:srgbClr val="4A4A4A"/>
                </a:solidFill>
                <a:latin typeface="맑은 고딕"/>
                <a:ea typeface="맑은 고딕"/>
                <a:cs typeface="맑은 고딕"/>
              </a:defRPr>
            </a:pPr>
            <a:r>
              <a:rPr sz="788" b="1">
                <a:ln w="7144">
                  <a:solidFill>
                    <a:srgbClr val="FFFFFF">
                      <a:alpha val="0"/>
                    </a:srgbClr>
                  </a:solidFill>
                  <a:prstDash val="solid"/>
                </a:ln>
                <a:solidFill>
                  <a:srgbClr val="4A4A4A"/>
                </a:solidFill>
                <a:latin typeface="맑은 고딕"/>
                <a:ea typeface="맑은 고딕"/>
                <a:cs typeface="맑은 고딕"/>
              </a:rPr>
              <a:t>운영 원칙</a:t>
            </a:r>
          </a:p>
        </p:txBody>
      </p:sp>
      <p:sp>
        <p:nvSpPr>
          <p:cNvPr id="66" name="strategy-note-text">
            <a:extLst xmlns:a="http://schemas.openxmlformats.org/drawingml/2006/main">
              <a:ext uri="{FF2B5EF4-FFF2-40B4-BE49-F238E27FC236}">
                <a16:creationId xmlns:a16="http://schemas.microsoft.com/office/drawing/2014/main" id="{58699075-F411-41EE-9BA9-1A5244D12DAC}"/>
              </a:ext>
            </a:extLst>
          </p:cNvPr>
          <p:cNvSpPr>
            <a:spLocks xmlns:a="http://schemas.openxmlformats.org/drawingml/2006/main"/>
          </p:cNvSpPr>
          <p:nvPr/>
        </p:nvSpPr>
        <p:spPr>
          <a:xfrm xmlns:a="http://schemas.openxmlformats.org/drawingml/2006/main">
            <a:off x="8915400" y="5514975"/>
            <a:ext cx="26479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863" b="1">
                <a:ln w="7144">
                  <a:solidFill>
                    <a:srgbClr val="FFFFFF">
                      <a:alpha val="0"/>
                    </a:srgbClr>
                  </a:solidFill>
                  <a:prstDash val="solid"/>
                </a:ln>
                <a:solidFill>
                  <a:srgbClr val="4A4A4A"/>
                </a:solidFill>
                <a:latin typeface="맑은 고딕"/>
                <a:ea typeface="맑은 고딕"/>
                <a:cs typeface="맑은 고딕"/>
              </a:defRPr>
            </a:pPr>
            <a:r>
              <a:rPr sz="863" b="1">
                <a:ln w="7144">
                  <a:solidFill>
                    <a:srgbClr val="FFFFFF">
                      <a:alpha val="0"/>
                    </a:srgbClr>
                  </a:solidFill>
                  <a:prstDash val="solid"/>
                </a:ln>
                <a:solidFill>
                  <a:srgbClr val="4A4A4A"/>
                </a:solidFill>
                <a:latin typeface="맑은 고딕"/>
                <a:ea typeface="맑은 고딕"/>
                <a:cs typeface="맑은 고딕"/>
              </a:rPr>
              <a:t>중복 기능은 실제 재사용 수요를 확인한 뒤 공용화</a:t>
            </a:r>
          </a:p>
        </p:txBody>
      </p:sp>
      <p:sp>
        <p:nvSpPr>
          <p:cNvPr id="67" name="strategy-note-sub">
            <a:extLst xmlns:a="http://schemas.openxmlformats.org/drawingml/2006/main">
              <a:ext uri="{FF2B5EF4-FFF2-40B4-BE49-F238E27FC236}">
                <a16:creationId xmlns:a16="http://schemas.microsoft.com/office/drawing/2014/main" id="{FF839058-8706-4F81-BD96-AD042182ABDA}"/>
              </a:ext>
            </a:extLst>
          </p:cNvPr>
          <p:cNvSpPr>
            <a:spLocks xmlns:a="http://schemas.openxmlformats.org/drawingml/2006/main"/>
          </p:cNvSpPr>
          <p:nvPr/>
        </p:nvSpPr>
        <p:spPr>
          <a:xfrm xmlns:a="http://schemas.openxmlformats.org/drawingml/2006/main">
            <a:off x="8210550" y="5743575"/>
            <a:ext cx="3352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720" b="0">
                <a:ln w="7144">
                  <a:solidFill>
                    <a:srgbClr val="FFFFFF">
                      <a:alpha val="0"/>
                    </a:srgbClr>
                  </a:solidFill>
                  <a:prstDash val="solid"/>
                </a:ln>
                <a:solidFill>
                  <a:srgbClr val="777777"/>
                </a:solidFill>
                <a:latin typeface="맑은 고딕"/>
                <a:ea typeface="맑은 고딕"/>
                <a:cs typeface="맑은 고딕"/>
              </a:defRPr>
            </a:pPr>
            <a:r>
              <a:rPr sz="720" b="0">
                <a:ln w="7144">
                  <a:solidFill>
                    <a:srgbClr val="FFFFFF">
                      <a:alpha val="0"/>
                    </a:srgbClr>
                  </a:solidFill>
                  <a:prstDash val="solid"/>
                </a:ln>
                <a:solidFill>
                  <a:srgbClr val="777777"/>
                </a:solidFill>
                <a:latin typeface="맑은 고딕"/>
                <a:ea typeface="맑은 고딕"/>
                <a:cs typeface="맑은 고딕"/>
              </a:rPr>
              <a:t>사전 통제보다 사용성·운영 효율을 기준으로 판단</a:t>
            </a:r>
          </a:p>
        </p:txBody>
      </p:sp>
      <p:sp>
        <p:nvSpPr>
          <p:cNvPr id="68" name="summary-band">
            <a:extLst xmlns:a="http://schemas.openxmlformats.org/drawingml/2006/main">
              <a:ext uri="{FF2B5EF4-FFF2-40B4-BE49-F238E27FC236}">
                <a16:creationId xmlns:a16="http://schemas.microsoft.com/office/drawing/2014/main" id="{394EDE07-3039-4BF8-AEFD-976F601CF61E}"/>
              </a:ext>
            </a:extLst>
          </p:cNvPr>
          <p:cNvSpPr>
            <a:spLocks xmlns:a="http://schemas.openxmlformats.org/drawingml/2006/main"/>
          </p:cNvSpPr>
          <p:nvPr/>
        </p:nvSpPr>
        <p:spPr>
          <a:xfrm xmlns:a="http://schemas.openxmlformats.org/drawingml/2006/main">
            <a:off x="457200" y="6153150"/>
            <a:ext cx="11277600" cy="457200"/>
          </a:xfrm>
          <a:prstGeom xmlns:a="http://schemas.openxmlformats.org/drawingml/2006/main" prst="roundRect">
            <a:avLst>
              <a:gd name="adj" fmla="val 4167"/>
            </a:avLst>
          </a:prstGeom>
          <a:solidFill xmlns:a="http://schemas.openxmlformats.org/drawingml/2006/main">
            <a:srgbClr val="151515"/>
          </a:solidFill>
          <a:ln xmlns:a="http://schemas.openxmlformats.org/drawingml/2006/main" w="9525">
            <a:solidFill>
              <a:srgbClr val="151515"/>
            </a:solidFill>
            <a:prstDash val="solid"/>
          </a:ln>
        </p:spPr>
      </p:sp>
      <p:sp>
        <p:nvSpPr>
          <p:cNvPr id="69" name="summary">
            <a:extLst xmlns:a="http://schemas.openxmlformats.org/drawingml/2006/main">
              <a:ext uri="{FF2B5EF4-FFF2-40B4-BE49-F238E27FC236}">
                <a16:creationId xmlns:a16="http://schemas.microsoft.com/office/drawing/2014/main" id="{091342C9-D726-42F7-A15B-F0D1313DB33C}"/>
              </a:ext>
            </a:extLst>
          </p:cNvPr>
          <p:cNvSpPr>
            <a:spLocks xmlns:a="http://schemas.openxmlformats.org/drawingml/2006/main"/>
          </p:cNvSpPr>
          <p:nvPr/>
        </p:nvSpPr>
        <p:spPr>
          <a:xfrm xmlns:a="http://schemas.openxmlformats.org/drawingml/2006/main">
            <a:off x="704850" y="6267450"/>
            <a:ext cx="1078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88" b="1">
                <a:ln w="7144">
                  <a:solidFill>
                    <a:srgbClr val="FFFFFF">
                      <a:alpha val="0"/>
                    </a:srgbClr>
                  </a:solidFill>
                  <a:prstDash val="solid"/>
                </a:ln>
                <a:solidFill>
                  <a:srgbClr val="FFFFFF"/>
                </a:solidFill>
                <a:latin typeface="맑은 고딕"/>
                <a:ea typeface="맑은 고딕"/>
                <a:cs typeface="맑은 고딕"/>
              </a:defRPr>
            </a:pPr>
            <a:r>
              <a:rPr sz="1088" b="1">
                <a:ln w="7144">
                  <a:solidFill>
                    <a:srgbClr val="FFFFFF">
                      <a:alpha val="0"/>
                    </a:srgbClr>
                  </a:solidFill>
                  <a:prstDash val="solid"/>
                </a:ln>
                <a:solidFill>
                  <a:srgbClr val="FFFFFF"/>
                </a:solidFill>
                <a:latin typeface="맑은 고딕"/>
                <a:ea typeface="맑은 고딕"/>
                <a:cs typeface="맑은 고딕"/>
              </a:rPr>
              <a:t>부문은 실행 기반과 연결 기준을 제공하고, 조직은 업무 전문성과 개발 속도를 책임</a:t>
            </a:r>
          </a:p>
        </p:txBody>
      </p:sp>
    </p:spTree>
    <p:extLst>
      <p:ext uri="{BB962C8B-B14F-4D97-AF65-F5344CB8AC3E}">
        <p14:creationId xmlns:p14="http://schemas.microsoft.com/office/powerpoint/2010/main" val="210845422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header-A1">
            <a:extLst xmlns:a="http://schemas.openxmlformats.org/drawingml/2006/main">
              <a:ext uri="{FF2B5EF4-FFF2-40B4-BE49-F238E27FC236}">
                <a16:creationId xmlns:a16="http://schemas.microsoft.com/office/drawing/2014/main" id="{6E28D902-3043-4A09-A303-54571A16697C}"/>
              </a:ext>
            </a:extLst>
          </p:cNvPr>
          <p:cNvSpPr>
            <a:spLocks xmlns:a="http://schemas.openxmlformats.org/drawingml/2006/main"/>
          </p:cNvSpPr>
          <p:nvPr/>
        </p:nvSpPr>
        <p:spPr>
          <a:xfrm xmlns:a="http://schemas.openxmlformats.org/drawingml/2006/main">
            <a:off x="457200" y="23812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975" b="1">
                <a:ln w="7144">
                  <a:solidFill>
                    <a:srgbClr val="FFFFFF">
                      <a:alpha val="0"/>
                    </a:srgbClr>
                  </a:solidFill>
                  <a:prstDash val="solid"/>
                </a:ln>
                <a:solidFill>
                  <a:srgbClr val="4A4A4A"/>
                </a:solidFill>
                <a:latin typeface="맑은 고딕"/>
                <a:ea typeface="맑은 고딕"/>
                <a:cs typeface="맑은 고딕"/>
              </a:defRPr>
            </a:pPr>
            <a:r>
              <a:rPr sz="975" b="1">
                <a:ln w="7144">
                  <a:solidFill>
                    <a:srgbClr val="FFFFFF">
                      <a:alpha val="0"/>
                    </a:srgbClr>
                  </a:solidFill>
                  <a:prstDash val="solid"/>
                </a:ln>
                <a:solidFill>
                  <a:srgbClr val="4A4A4A"/>
                </a:solidFill>
                <a:latin typeface="맑은 고딕"/>
                <a:ea typeface="맑은 고딕"/>
                <a:cs typeface="맑은 고딕"/>
              </a:rPr>
              <a:t>APPENDIX · HARNESS IMPLEMENTATION</a:t>
            </a:r>
          </a:p>
        </p:txBody>
      </p:sp>
      <p:sp>
        <p:nvSpPr>
          <p:cNvPr id="2" name="page-A1">
            <a:extLst xmlns:a="http://schemas.openxmlformats.org/drawingml/2006/main">
              <a:ext uri="{FF2B5EF4-FFF2-40B4-BE49-F238E27FC236}">
                <a16:creationId xmlns:a16="http://schemas.microsoft.com/office/drawing/2014/main" id="{72F8E90F-350C-42F6-83D0-7FE405A92B12}"/>
              </a:ext>
            </a:extLst>
          </p:cNvPr>
          <p:cNvSpPr>
            <a:spLocks xmlns:a="http://schemas.openxmlformats.org/drawingml/2006/main"/>
          </p:cNvSpPr>
          <p:nvPr/>
        </p:nvSpPr>
        <p:spPr>
          <a:xfrm xmlns:a="http://schemas.openxmlformats.org/drawingml/2006/main">
            <a:off x="11144250" y="238125"/>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975" b="1">
                <a:ln w="7144">
                  <a:solidFill>
                    <a:srgbClr val="FFFFFF">
                      <a:alpha val="0"/>
                    </a:srgbClr>
                  </a:solidFill>
                  <a:prstDash val="solid"/>
                </a:ln>
                <a:solidFill>
                  <a:srgbClr val="979797"/>
                </a:solidFill>
                <a:latin typeface="맑은 고딕"/>
                <a:ea typeface="맑은 고딕"/>
                <a:cs typeface="맑은 고딕"/>
              </a:defRPr>
            </a:pPr>
            <a:r>
              <a:rPr sz="975" b="1">
                <a:ln w="7144">
                  <a:solidFill>
                    <a:srgbClr val="FFFFFF">
                      <a:alpha val="0"/>
                    </a:srgbClr>
                  </a:solidFill>
                  <a:prstDash val="solid"/>
                </a:ln>
                <a:solidFill>
                  <a:srgbClr val="979797"/>
                </a:solidFill>
                <a:latin typeface="맑은 고딕"/>
                <a:ea typeface="맑은 고딕"/>
                <a:cs typeface="맑은 고딕"/>
              </a:rPr>
              <a:t>A1</a:t>
            </a:r>
          </a:p>
        </p:txBody>
      </p:sp>
      <p:sp>
        <p:nvSpPr>
          <p:cNvPr id="3" name="header-rule-A1">
            <a:extLst xmlns:a="http://schemas.openxmlformats.org/drawingml/2006/main">
              <a:ext uri="{FF2B5EF4-FFF2-40B4-BE49-F238E27FC236}">
                <a16:creationId xmlns:a16="http://schemas.microsoft.com/office/drawing/2014/main" id="{BB321370-1604-4016-B844-C718F84D0976}"/>
              </a:ext>
            </a:extLst>
          </p:cNvPr>
          <p:cNvSpPr>
            <a:spLocks xmlns:a="http://schemas.openxmlformats.org/drawingml/2006/main"/>
          </p:cNvSpPr>
          <p:nvPr/>
        </p:nvSpPr>
        <p:spPr>
          <a:xfrm xmlns:a="http://schemas.openxmlformats.org/drawingml/2006/main">
            <a:off x="457200" y="552450"/>
            <a:ext cx="11277600" cy="11430"/>
          </a:xfrm>
          <a:prstGeom xmlns:a="http://schemas.openxmlformats.org/drawingml/2006/main" prst="rect">
            <a:avLst/>
          </a:prstGeom>
          <a:solidFill xmlns:a="http://schemas.openxmlformats.org/drawingml/2006/main">
            <a:srgbClr val="151515"/>
          </a:solidFill>
          <a:ln xmlns:a="http://schemas.openxmlformats.org/drawingml/2006/main" w="0">
            <a:noFill/>
            <a:prstDash val="solid"/>
          </a:ln>
        </p:spPr>
      </p:sp>
      <p:sp>
        <p:nvSpPr>
          <p:cNvPr id="4" name="s2-title">
            <a:extLst xmlns:a="http://schemas.openxmlformats.org/drawingml/2006/main">
              <a:ext uri="{FF2B5EF4-FFF2-40B4-BE49-F238E27FC236}">
                <a16:creationId xmlns:a16="http://schemas.microsoft.com/office/drawing/2014/main" id="{69B8A1E0-7708-477C-9B62-47B721BDBDEE}"/>
              </a:ext>
            </a:extLst>
          </p:cNvPr>
          <p:cNvSpPr>
            <a:spLocks xmlns:a="http://schemas.openxmlformats.org/drawingml/2006/main"/>
          </p:cNvSpPr>
          <p:nvPr/>
        </p:nvSpPr>
        <p:spPr>
          <a:xfrm xmlns:a="http://schemas.openxmlformats.org/drawingml/2006/main">
            <a:off x="457200" y="723900"/>
            <a:ext cx="1076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ln w="7144">
                  <a:solidFill>
                    <a:srgbClr val="FFFFFF">
                      <a:alpha val="0"/>
                    </a:srgbClr>
                  </a:solidFill>
                  <a:prstDash val="solid"/>
                </a:ln>
                <a:solidFill>
                  <a:srgbClr val="151515"/>
                </a:solidFill>
                <a:latin typeface="맑은 고딕"/>
                <a:ea typeface="맑은 고딕"/>
                <a:cs typeface="맑은 고딕"/>
              </a:defRPr>
            </a:pPr>
            <a:r>
              <a:rPr sz="2175" b="1">
                <a:ln w="7144">
                  <a:solidFill>
                    <a:srgbClr val="FFFFFF">
                      <a:alpha val="0"/>
                    </a:srgbClr>
                  </a:solidFill>
                  <a:prstDash val="solid"/>
                </a:ln>
                <a:solidFill>
                  <a:srgbClr val="151515"/>
                </a:solidFill>
                <a:latin typeface="맑은 고딕"/>
                <a:ea typeface="맑은 고딕"/>
                <a:cs typeface="맑은 고딕"/>
              </a:rPr>
              <a:t>Harness는 하드코딩된 하나의 프로그램이 아니라 네 가지 계층의 조합</a:t>
            </a:r>
          </a:p>
        </p:txBody>
      </p:sp>
      <p:sp>
        <p:nvSpPr>
          <p:cNvPr id="5" name="s2-subtitle">
            <a:extLst xmlns:a="http://schemas.openxmlformats.org/drawingml/2006/main">
              <a:ext uri="{FF2B5EF4-FFF2-40B4-BE49-F238E27FC236}">
                <a16:creationId xmlns:a16="http://schemas.microsoft.com/office/drawing/2014/main" id="{C4F01582-D736-4D12-A03B-E061BD7EFD7A}"/>
              </a:ext>
            </a:extLst>
          </p:cNvPr>
          <p:cNvSpPr>
            <a:spLocks xmlns:a="http://schemas.openxmlformats.org/drawingml/2006/main"/>
          </p:cNvSpPr>
          <p:nvPr/>
        </p:nvSpPr>
        <p:spPr>
          <a:xfrm xmlns:a="http://schemas.openxmlformats.org/drawingml/2006/main">
            <a:off x="466725" y="118110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63" b="0">
                <a:ln w="7144">
                  <a:solidFill>
                    <a:srgbClr val="FFFFFF">
                      <a:alpha val="0"/>
                    </a:srgbClr>
                  </a:solidFill>
                  <a:prstDash val="solid"/>
                </a:ln>
                <a:solidFill>
                  <a:srgbClr val="777777"/>
                </a:solidFill>
                <a:latin typeface="맑은 고딕"/>
                <a:ea typeface="맑은 고딕"/>
                <a:cs typeface="맑은 고딕"/>
              </a:defRPr>
            </a:pPr>
            <a:r>
              <a:rPr sz="1163" b="0">
                <a:ln w="7144">
                  <a:solidFill>
                    <a:srgbClr val="FFFFFF">
                      <a:alpha val="0"/>
                    </a:srgbClr>
                  </a:solidFill>
                  <a:prstDash val="solid"/>
                </a:ln>
                <a:solidFill>
                  <a:srgbClr val="777777"/>
                </a:solidFill>
                <a:latin typeface="맑은 고딕"/>
                <a:ea typeface="맑은 고딕"/>
                <a:cs typeface="맑은 고딕"/>
              </a:rPr>
              <a:t>플랫폼이 기본 실행을 제공하고, 조직은 제어 코드·정책·지침을 결합해 운영 수준을 완성</a:t>
            </a:r>
          </a:p>
        </p:txBody>
      </p:sp>
      <p:sp>
        <p:nvSpPr>
          <p:cNvPr id="6" name="label-box-HARNESS 구성">
            <a:extLst xmlns:a="http://schemas.openxmlformats.org/drawingml/2006/main">
              <a:ext uri="{FF2B5EF4-FFF2-40B4-BE49-F238E27FC236}">
                <a16:creationId xmlns:a16="http://schemas.microsoft.com/office/drawing/2014/main" id="{08E4CDDA-AF3F-4F18-B3E7-B5AEE0E29BCF}"/>
              </a:ext>
            </a:extLst>
          </p:cNvPr>
          <p:cNvSpPr>
            <a:spLocks xmlns:a="http://schemas.openxmlformats.org/drawingml/2006/main"/>
          </p:cNvSpPr>
          <p:nvPr/>
        </p:nvSpPr>
        <p:spPr>
          <a:xfrm xmlns:a="http://schemas.openxmlformats.org/drawingml/2006/main">
            <a:off x="457200" y="1685925"/>
            <a:ext cx="1504950" cy="266700"/>
          </a:xfrm>
          <a:prstGeom xmlns:a="http://schemas.openxmlformats.org/drawingml/2006/main" prst="roundRect">
            <a:avLst>
              <a:gd name="adj" fmla="val 7143"/>
            </a:avLst>
          </a:prstGeom>
          <a:solidFill xmlns:a="http://schemas.openxmlformats.org/drawingml/2006/main">
            <a:srgbClr val="151515"/>
          </a:solidFill>
          <a:ln xmlns:a="http://schemas.openxmlformats.org/drawingml/2006/main" w="9525">
            <a:solidFill>
              <a:srgbClr val="151515"/>
            </a:solidFill>
            <a:prstDash val="solid"/>
          </a:ln>
        </p:spPr>
      </p:sp>
      <p:sp>
        <p:nvSpPr>
          <p:cNvPr id="7" name="label-text-HARNESS 구성">
            <a:extLst xmlns:a="http://schemas.openxmlformats.org/drawingml/2006/main">
              <a:ext uri="{FF2B5EF4-FFF2-40B4-BE49-F238E27FC236}">
                <a16:creationId xmlns:a16="http://schemas.microsoft.com/office/drawing/2014/main" id="{6FCD886E-C232-4A04-9529-1BDF1A449F0A}"/>
              </a:ext>
            </a:extLst>
          </p:cNvPr>
          <p:cNvSpPr>
            <a:spLocks xmlns:a="http://schemas.openxmlformats.org/drawingml/2006/main"/>
          </p:cNvSpPr>
          <p:nvPr/>
        </p:nvSpPr>
        <p:spPr>
          <a:xfrm xmlns:a="http://schemas.openxmlformats.org/drawingml/2006/main">
            <a:off x="552450" y="1685925"/>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938" b="1">
                <a:ln w="7144">
                  <a:solidFill>
                    <a:srgbClr val="FFFFFF">
                      <a:alpha val="0"/>
                    </a:srgbClr>
                  </a:solidFill>
                  <a:prstDash val="solid"/>
                </a:ln>
                <a:solidFill>
                  <a:srgbClr val="FFFFFF"/>
                </a:solidFill>
                <a:latin typeface="맑은 고딕"/>
                <a:ea typeface="맑은 고딕"/>
                <a:cs typeface="맑은 고딕"/>
              </a:defRPr>
            </a:pPr>
            <a:r>
              <a:rPr sz="938" b="1">
                <a:ln w="7144">
                  <a:solidFill>
                    <a:srgbClr val="FFFFFF">
                      <a:alpha val="0"/>
                    </a:srgbClr>
                  </a:solidFill>
                  <a:prstDash val="solid"/>
                </a:ln>
                <a:solidFill>
                  <a:srgbClr val="FFFFFF"/>
                </a:solidFill>
                <a:latin typeface="맑은 고딕"/>
                <a:ea typeface="맑은 고딕"/>
                <a:cs typeface="맑은 고딕"/>
              </a:rPr>
              <a:t>HARNESS 구성</a:t>
            </a:r>
          </a:p>
        </p:txBody>
      </p:sp>
      <p:sp>
        <p:nvSpPr>
          <p:cNvPr id="8" name="s2-left-caption">
            <a:extLst xmlns:a="http://schemas.openxmlformats.org/drawingml/2006/main">
              <a:ext uri="{FF2B5EF4-FFF2-40B4-BE49-F238E27FC236}">
                <a16:creationId xmlns:a16="http://schemas.microsoft.com/office/drawing/2014/main" id="{627AD65F-097E-4545-A676-EEC693C0CF0A}"/>
              </a:ext>
            </a:extLst>
          </p:cNvPr>
          <p:cNvSpPr>
            <a:spLocks xmlns:a="http://schemas.openxmlformats.org/drawingml/2006/main"/>
          </p:cNvSpPr>
          <p:nvPr/>
        </p:nvSpPr>
        <p:spPr>
          <a:xfrm xmlns:a="http://schemas.openxmlformats.org/drawingml/2006/main">
            <a:off x="2133600" y="1714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900" b="0">
                <a:ln w="7144">
                  <a:solidFill>
                    <a:srgbClr val="FFFFFF">
                      <a:alpha val="0"/>
                    </a:srgbClr>
                  </a:solidFill>
                  <a:prstDash val="solid"/>
                </a:ln>
                <a:solidFill>
                  <a:srgbClr val="777777"/>
                </a:solidFill>
                <a:latin typeface="맑은 고딕"/>
                <a:ea typeface="맑은 고딕"/>
                <a:cs typeface="맑은 고딕"/>
              </a:defRPr>
            </a:pPr>
            <a:r>
              <a:rPr sz="900" b="0">
                <a:ln w="7144">
                  <a:solidFill>
                    <a:srgbClr val="FFFFFF">
                      <a:alpha val="0"/>
                    </a:srgbClr>
                  </a:solidFill>
                  <a:prstDash val="solid"/>
                </a:ln>
                <a:solidFill>
                  <a:srgbClr val="777777"/>
                </a:solidFill>
                <a:latin typeface="맑은 고딕"/>
                <a:ea typeface="맑은 고딕"/>
                <a:cs typeface="맑은 고딕"/>
              </a:rPr>
              <a:t>아래 계층이 함께 동작할 때 비로소 실제 운영 가능한 Agent 환경이 됨</a:t>
            </a:r>
          </a:p>
        </p:txBody>
      </p:sp>
      <p:sp>
        <p:nvSpPr>
          <p:cNvPr id="9" name="layer-1">
            <a:extLst xmlns:a="http://schemas.openxmlformats.org/drawingml/2006/main">
              <a:ext uri="{FF2B5EF4-FFF2-40B4-BE49-F238E27FC236}">
                <a16:creationId xmlns:a16="http://schemas.microsoft.com/office/drawing/2014/main" id="{E2A20308-2E66-4DB1-B0E5-8A48CA384D0F}"/>
              </a:ext>
            </a:extLst>
          </p:cNvPr>
          <p:cNvSpPr>
            <a:spLocks xmlns:a="http://schemas.openxmlformats.org/drawingml/2006/main"/>
          </p:cNvSpPr>
          <p:nvPr/>
        </p:nvSpPr>
        <p:spPr>
          <a:xfrm xmlns:a="http://schemas.openxmlformats.org/drawingml/2006/main">
            <a:off x="457200" y="2095500"/>
            <a:ext cx="6705600" cy="609600"/>
          </a:xfrm>
          <a:prstGeom xmlns:a="http://schemas.openxmlformats.org/drawingml/2006/main" prst="roundRect">
            <a:avLst>
              <a:gd name="adj" fmla="val 9375"/>
            </a:avLst>
          </a:prstGeom>
          <a:solidFill xmlns:a="http://schemas.openxmlformats.org/drawingml/2006/main">
            <a:srgbClr val="151515"/>
          </a:solidFill>
          <a:ln xmlns:a="http://schemas.openxmlformats.org/drawingml/2006/main" w="9525">
            <a:solidFill>
              <a:srgbClr val="151515"/>
            </a:solidFill>
            <a:prstDash val="solid"/>
          </a:ln>
        </p:spPr>
      </p:sp>
      <p:sp>
        <p:nvSpPr>
          <p:cNvPr id="10" name="layer-num-1">
            <a:extLst xmlns:a="http://schemas.openxmlformats.org/drawingml/2006/main">
              <a:ext uri="{FF2B5EF4-FFF2-40B4-BE49-F238E27FC236}">
                <a16:creationId xmlns:a16="http://schemas.microsoft.com/office/drawing/2014/main" id="{B016AB99-20F2-426C-9C42-8DC93DA71A45}"/>
              </a:ext>
            </a:extLst>
          </p:cNvPr>
          <p:cNvSpPr>
            <a:spLocks xmlns:a="http://schemas.openxmlformats.org/drawingml/2006/main"/>
          </p:cNvSpPr>
          <p:nvPr/>
        </p:nvSpPr>
        <p:spPr>
          <a:xfrm xmlns:a="http://schemas.openxmlformats.org/drawingml/2006/main">
            <a:off x="638175" y="21907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863" b="1">
                <a:ln w="7144">
                  <a:solidFill>
                    <a:srgbClr val="FFFFFF">
                      <a:alpha val="0"/>
                    </a:srgbClr>
                  </a:solidFill>
                  <a:prstDash val="solid"/>
                </a:ln>
                <a:solidFill>
                  <a:srgbClr val="D4D4D4"/>
                </a:solidFill>
                <a:latin typeface="맑은 고딕"/>
                <a:ea typeface="맑은 고딕"/>
                <a:cs typeface="맑은 고딕"/>
              </a:defRPr>
            </a:pPr>
            <a:r>
              <a:rPr sz="863" b="1">
                <a:ln w="7144">
                  <a:solidFill>
                    <a:srgbClr val="FFFFFF">
                      <a:alpha val="0"/>
                    </a:srgbClr>
                  </a:solidFill>
                  <a:prstDash val="solid"/>
                </a:ln>
                <a:solidFill>
                  <a:srgbClr val="D4D4D4"/>
                </a:solidFill>
                <a:latin typeface="맑은 고딕"/>
                <a:ea typeface="맑은 고딕"/>
                <a:cs typeface="맑은 고딕"/>
              </a:rPr>
              <a:t>01</a:t>
            </a:r>
          </a:p>
        </p:txBody>
      </p:sp>
      <p:sp>
        <p:nvSpPr>
          <p:cNvPr id="11" name="layer-title-1">
            <a:extLst xmlns:a="http://schemas.openxmlformats.org/drawingml/2006/main">
              <a:ext uri="{FF2B5EF4-FFF2-40B4-BE49-F238E27FC236}">
                <a16:creationId xmlns:a16="http://schemas.microsoft.com/office/drawing/2014/main" id="{DDD81E52-5898-46CB-94FE-B8D507B803E1}"/>
              </a:ext>
            </a:extLst>
          </p:cNvPr>
          <p:cNvSpPr>
            <a:spLocks xmlns:a="http://schemas.openxmlformats.org/drawingml/2006/main"/>
          </p:cNvSpPr>
          <p:nvPr/>
        </p:nvSpPr>
        <p:spPr>
          <a:xfrm xmlns:a="http://schemas.openxmlformats.org/drawingml/2006/main">
            <a:off x="1066800" y="21717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200" b="1">
                <a:ln w="7144">
                  <a:solidFill>
                    <a:srgbClr val="FFFFFF">
                      <a:alpha val="0"/>
                    </a:srgbClr>
                  </a:solidFill>
                  <a:prstDash val="solid"/>
                </a:ln>
                <a:solidFill>
                  <a:srgbClr val="FFFFFF"/>
                </a:solidFill>
                <a:latin typeface="맑은 고딕"/>
                <a:ea typeface="맑은 고딕"/>
                <a:cs typeface="맑은 고딕"/>
              </a:defRPr>
            </a:pPr>
            <a:r>
              <a:rPr sz="1200" b="1">
                <a:ln w="7144">
                  <a:solidFill>
                    <a:srgbClr val="FFFFFF">
                      <a:alpha val="0"/>
                    </a:srgbClr>
                  </a:solidFill>
                  <a:prstDash val="solid"/>
                </a:ln>
                <a:solidFill>
                  <a:srgbClr val="FFFFFF"/>
                </a:solidFill>
                <a:latin typeface="맑은 고딕"/>
                <a:ea typeface="맑은 고딕"/>
                <a:cs typeface="맑은 고딕"/>
              </a:rPr>
              <a:t>Framework Runtime</a:t>
            </a:r>
          </a:p>
        </p:txBody>
      </p:sp>
      <p:sp>
        <p:nvSpPr>
          <p:cNvPr id="12" name="layer-desc-1">
            <a:extLst xmlns:a="http://schemas.openxmlformats.org/drawingml/2006/main">
              <a:ext uri="{FF2B5EF4-FFF2-40B4-BE49-F238E27FC236}">
                <a16:creationId xmlns:a16="http://schemas.microsoft.com/office/drawing/2014/main" id="{37ED0A9C-DCF2-420C-BC41-02DBC98AAB53}"/>
              </a:ext>
            </a:extLst>
          </p:cNvPr>
          <p:cNvSpPr>
            <a:spLocks xmlns:a="http://schemas.openxmlformats.org/drawingml/2006/main"/>
          </p:cNvSpPr>
          <p:nvPr/>
        </p:nvSpPr>
        <p:spPr>
          <a:xfrm xmlns:a="http://schemas.openxmlformats.org/drawingml/2006/main">
            <a:off x="3314700" y="2181225"/>
            <a:ext cx="3638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878" b="0">
                <a:ln w="7144">
                  <a:solidFill>
                    <a:srgbClr val="FFFFFF">
                      <a:alpha val="0"/>
                    </a:srgbClr>
                  </a:solidFill>
                  <a:prstDash val="solid"/>
                </a:ln>
                <a:solidFill>
                  <a:srgbClr val="D4D4D4"/>
                </a:solidFill>
                <a:latin typeface="맑은 고딕"/>
                <a:ea typeface="맑은 고딕"/>
                <a:cs typeface="맑은 고딕"/>
              </a:defRPr>
            </a:pPr>
            <a:r>
              <a:rPr sz="878" b="0">
                <a:ln w="7144">
                  <a:solidFill>
                    <a:srgbClr val="FFFFFF">
                      <a:alpha val="0"/>
                    </a:srgbClr>
                  </a:solidFill>
                  <a:prstDash val="solid"/>
                </a:ln>
                <a:solidFill>
                  <a:srgbClr val="D4D4D4"/>
                </a:solidFill>
                <a:latin typeface="맑은 고딕"/>
                <a:ea typeface="맑은 고딕"/>
                <a:cs typeface="맑은 고딕"/>
              </a:rPr>
              <a:t>Agent Loop · Context/Memory · Tool 실행 · 작업 상태</a:t>
            </a:r>
          </a:p>
        </p:txBody>
      </p:sp>
      <p:sp>
        <p:nvSpPr>
          <p:cNvPr id="13" name="layer-2">
            <a:extLst xmlns:a="http://schemas.openxmlformats.org/drawingml/2006/main">
              <a:ext uri="{FF2B5EF4-FFF2-40B4-BE49-F238E27FC236}">
                <a16:creationId xmlns:a16="http://schemas.microsoft.com/office/drawing/2014/main" id="{3A80B5BE-8D08-472B-95AA-B48FEB2017D4}"/>
              </a:ext>
            </a:extLst>
          </p:cNvPr>
          <p:cNvSpPr>
            <a:spLocks xmlns:a="http://schemas.openxmlformats.org/drawingml/2006/main"/>
          </p:cNvSpPr>
          <p:nvPr/>
        </p:nvSpPr>
        <p:spPr>
          <a:xfrm xmlns:a="http://schemas.openxmlformats.org/drawingml/2006/main">
            <a:off x="457200" y="2819400"/>
            <a:ext cx="6705600" cy="609600"/>
          </a:xfrm>
          <a:prstGeom xmlns:a="http://schemas.openxmlformats.org/drawingml/2006/main" prst="roundRect">
            <a:avLst>
              <a:gd name="adj" fmla="val 9375"/>
            </a:avLst>
          </a:prstGeom>
          <a:solidFill xmlns:a="http://schemas.openxmlformats.org/drawingml/2006/main">
            <a:srgbClr val="303030"/>
          </a:solidFill>
          <a:ln xmlns:a="http://schemas.openxmlformats.org/drawingml/2006/main" w="9525">
            <a:solidFill>
              <a:srgbClr val="303030"/>
            </a:solidFill>
            <a:prstDash val="solid"/>
          </a:ln>
        </p:spPr>
      </p:sp>
      <p:sp>
        <p:nvSpPr>
          <p:cNvPr id="14" name="layer-num-2">
            <a:extLst xmlns:a="http://schemas.openxmlformats.org/drawingml/2006/main">
              <a:ext uri="{FF2B5EF4-FFF2-40B4-BE49-F238E27FC236}">
                <a16:creationId xmlns:a16="http://schemas.microsoft.com/office/drawing/2014/main" id="{08388129-1FF5-4E20-9DC4-9A45BE7BAF8B}"/>
              </a:ext>
            </a:extLst>
          </p:cNvPr>
          <p:cNvSpPr>
            <a:spLocks xmlns:a="http://schemas.openxmlformats.org/drawingml/2006/main"/>
          </p:cNvSpPr>
          <p:nvPr/>
        </p:nvSpPr>
        <p:spPr>
          <a:xfrm xmlns:a="http://schemas.openxmlformats.org/drawingml/2006/main">
            <a:off x="638175" y="2914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863" b="1">
                <a:ln w="7144">
                  <a:solidFill>
                    <a:srgbClr val="FFFFFF">
                      <a:alpha val="0"/>
                    </a:srgbClr>
                  </a:solidFill>
                  <a:prstDash val="solid"/>
                </a:ln>
                <a:solidFill>
                  <a:srgbClr val="D8D8D8"/>
                </a:solidFill>
                <a:latin typeface="맑은 고딕"/>
                <a:ea typeface="맑은 고딕"/>
                <a:cs typeface="맑은 고딕"/>
              </a:defRPr>
            </a:pPr>
            <a:r>
              <a:rPr sz="863" b="1">
                <a:ln w="7144">
                  <a:solidFill>
                    <a:srgbClr val="FFFFFF">
                      <a:alpha val="0"/>
                    </a:srgbClr>
                  </a:solidFill>
                  <a:prstDash val="solid"/>
                </a:ln>
                <a:solidFill>
                  <a:srgbClr val="D8D8D8"/>
                </a:solidFill>
                <a:latin typeface="맑은 고딕"/>
                <a:ea typeface="맑은 고딕"/>
                <a:cs typeface="맑은 고딕"/>
              </a:rPr>
              <a:t>02</a:t>
            </a:r>
          </a:p>
        </p:txBody>
      </p:sp>
      <p:sp>
        <p:nvSpPr>
          <p:cNvPr id="15" name="layer-title-2">
            <a:extLst xmlns:a="http://schemas.openxmlformats.org/drawingml/2006/main">
              <a:ext uri="{FF2B5EF4-FFF2-40B4-BE49-F238E27FC236}">
                <a16:creationId xmlns:a16="http://schemas.microsoft.com/office/drawing/2014/main" id="{0E49A04B-0E1C-4ED6-A299-5AEB71F074E6}"/>
              </a:ext>
            </a:extLst>
          </p:cNvPr>
          <p:cNvSpPr>
            <a:spLocks xmlns:a="http://schemas.openxmlformats.org/drawingml/2006/main"/>
          </p:cNvSpPr>
          <p:nvPr/>
        </p:nvSpPr>
        <p:spPr>
          <a:xfrm xmlns:a="http://schemas.openxmlformats.org/drawingml/2006/main">
            <a:off x="1066800" y="28956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200" b="1">
                <a:ln w="7144">
                  <a:solidFill>
                    <a:srgbClr val="FFFFFF">
                      <a:alpha val="0"/>
                    </a:srgbClr>
                  </a:solidFill>
                  <a:prstDash val="solid"/>
                </a:ln>
                <a:solidFill>
                  <a:srgbClr val="FFFFFF"/>
                </a:solidFill>
                <a:latin typeface="맑은 고딕"/>
                <a:ea typeface="맑은 고딕"/>
                <a:cs typeface="맑은 고딕"/>
              </a:defRPr>
            </a:pPr>
            <a:r>
              <a:rPr sz="1200" b="1">
                <a:ln w="7144">
                  <a:solidFill>
                    <a:srgbClr val="FFFFFF">
                      <a:alpha val="0"/>
                    </a:srgbClr>
                  </a:solidFill>
                  <a:prstDash val="solid"/>
                </a:ln>
                <a:solidFill>
                  <a:srgbClr val="FFFFFF"/>
                </a:solidFill>
                <a:latin typeface="맑은 고딕"/>
                <a:ea typeface="맑은 고딕"/>
                <a:cs typeface="맑은 고딕"/>
              </a:rPr>
              <a:t>조직별 제어 코드</a:t>
            </a:r>
          </a:p>
        </p:txBody>
      </p:sp>
      <p:sp>
        <p:nvSpPr>
          <p:cNvPr id="16" name="layer-desc-2">
            <a:extLst xmlns:a="http://schemas.openxmlformats.org/drawingml/2006/main">
              <a:ext uri="{FF2B5EF4-FFF2-40B4-BE49-F238E27FC236}">
                <a16:creationId xmlns:a16="http://schemas.microsoft.com/office/drawing/2014/main" id="{D9D7AC48-DCC0-4BA3-BB53-BCA8A1E5E19F}"/>
              </a:ext>
            </a:extLst>
          </p:cNvPr>
          <p:cNvSpPr>
            <a:spLocks xmlns:a="http://schemas.openxmlformats.org/drawingml/2006/main"/>
          </p:cNvSpPr>
          <p:nvPr/>
        </p:nvSpPr>
        <p:spPr>
          <a:xfrm xmlns:a="http://schemas.openxmlformats.org/drawingml/2006/main">
            <a:off x="3314700" y="2905125"/>
            <a:ext cx="3638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878" b="0">
                <a:ln w="7144">
                  <a:solidFill>
                    <a:srgbClr val="FFFFFF">
                      <a:alpha val="0"/>
                    </a:srgbClr>
                  </a:solidFill>
                  <a:prstDash val="solid"/>
                </a:ln>
                <a:solidFill>
                  <a:srgbClr val="D8D8D8"/>
                </a:solidFill>
                <a:latin typeface="맑은 고딕"/>
                <a:ea typeface="맑은 고딕"/>
                <a:cs typeface="맑은 고딕"/>
              </a:defRPr>
            </a:pPr>
            <a:r>
              <a:rPr sz="878" b="0">
                <a:ln w="7144">
                  <a:solidFill>
                    <a:srgbClr val="FFFFFF">
                      <a:alpha val="0"/>
                    </a:srgbClr>
                  </a:solidFill>
                  <a:prstDash val="solid"/>
                </a:ln>
                <a:solidFill>
                  <a:srgbClr val="D8D8D8"/>
                </a:solidFill>
                <a:latin typeface="맑은 고딕"/>
                <a:ea typeface="맑은 고딕"/>
                <a:cs typeface="맑은 고딕"/>
              </a:rPr>
              <a:t>인증 · 권한 · 승인 · 검증 · 오류 처리 · 감사 로그</a:t>
            </a:r>
          </a:p>
        </p:txBody>
      </p:sp>
      <p:sp>
        <p:nvSpPr>
          <p:cNvPr id="17" name="layer-3">
            <a:extLst xmlns:a="http://schemas.openxmlformats.org/drawingml/2006/main">
              <a:ext uri="{FF2B5EF4-FFF2-40B4-BE49-F238E27FC236}">
                <a16:creationId xmlns:a16="http://schemas.microsoft.com/office/drawing/2014/main" id="{36B39833-6F84-47D2-B877-37710D382602}"/>
              </a:ext>
            </a:extLst>
          </p:cNvPr>
          <p:cNvSpPr>
            <a:spLocks xmlns:a="http://schemas.openxmlformats.org/drawingml/2006/main"/>
          </p:cNvSpPr>
          <p:nvPr/>
        </p:nvSpPr>
        <p:spPr>
          <a:xfrm xmlns:a="http://schemas.openxmlformats.org/drawingml/2006/main">
            <a:off x="457200" y="3543300"/>
            <a:ext cx="6705600" cy="609600"/>
          </a:xfrm>
          <a:prstGeom xmlns:a="http://schemas.openxmlformats.org/drawingml/2006/main" prst="roundRect">
            <a:avLst>
              <a:gd name="adj" fmla="val 9375"/>
            </a:avLst>
          </a:prstGeom>
          <a:solidFill xmlns:a="http://schemas.openxmlformats.org/drawingml/2006/main">
            <a:srgbClr val="E9E9E9"/>
          </a:solidFill>
          <a:ln xmlns:a="http://schemas.openxmlformats.org/drawingml/2006/main" w="9525">
            <a:solidFill>
              <a:srgbClr val="D6D6D6"/>
            </a:solidFill>
            <a:prstDash val="solid"/>
          </a:ln>
        </p:spPr>
      </p:sp>
      <p:sp>
        <p:nvSpPr>
          <p:cNvPr id="18" name="layer-num-3">
            <a:extLst xmlns:a="http://schemas.openxmlformats.org/drawingml/2006/main">
              <a:ext uri="{FF2B5EF4-FFF2-40B4-BE49-F238E27FC236}">
                <a16:creationId xmlns:a16="http://schemas.microsoft.com/office/drawing/2014/main" id="{1BD7CE5D-103C-4D07-933D-E1E3F47BB524}"/>
              </a:ext>
            </a:extLst>
          </p:cNvPr>
          <p:cNvSpPr>
            <a:spLocks xmlns:a="http://schemas.openxmlformats.org/drawingml/2006/main"/>
          </p:cNvSpPr>
          <p:nvPr/>
        </p:nvSpPr>
        <p:spPr>
          <a:xfrm xmlns:a="http://schemas.openxmlformats.org/drawingml/2006/main">
            <a:off x="638175" y="36385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863" b="1">
                <a:ln w="7144">
                  <a:solidFill>
                    <a:srgbClr val="FFFFFF">
                      <a:alpha val="0"/>
                    </a:srgbClr>
                  </a:solidFill>
                  <a:prstDash val="solid"/>
                </a:ln>
                <a:solidFill>
                  <a:srgbClr val="777777"/>
                </a:solidFill>
                <a:latin typeface="맑은 고딕"/>
                <a:ea typeface="맑은 고딕"/>
                <a:cs typeface="맑은 고딕"/>
              </a:defRPr>
            </a:pPr>
            <a:r>
              <a:rPr sz="863" b="1">
                <a:ln w="7144">
                  <a:solidFill>
                    <a:srgbClr val="FFFFFF">
                      <a:alpha val="0"/>
                    </a:srgbClr>
                  </a:solidFill>
                  <a:prstDash val="solid"/>
                </a:ln>
                <a:solidFill>
                  <a:srgbClr val="777777"/>
                </a:solidFill>
                <a:latin typeface="맑은 고딕"/>
                <a:ea typeface="맑은 고딕"/>
                <a:cs typeface="맑은 고딕"/>
              </a:rPr>
              <a:t>03</a:t>
            </a:r>
          </a:p>
        </p:txBody>
      </p:sp>
      <p:sp>
        <p:nvSpPr>
          <p:cNvPr id="19" name="layer-title-3">
            <a:extLst xmlns:a="http://schemas.openxmlformats.org/drawingml/2006/main">
              <a:ext uri="{FF2B5EF4-FFF2-40B4-BE49-F238E27FC236}">
                <a16:creationId xmlns:a16="http://schemas.microsoft.com/office/drawing/2014/main" id="{2998D4EA-6A53-4541-B206-7B078E76F023}"/>
              </a:ext>
            </a:extLst>
          </p:cNvPr>
          <p:cNvSpPr>
            <a:spLocks xmlns:a="http://schemas.openxmlformats.org/drawingml/2006/main"/>
          </p:cNvSpPr>
          <p:nvPr/>
        </p:nvSpPr>
        <p:spPr>
          <a:xfrm xmlns:a="http://schemas.openxmlformats.org/drawingml/2006/main">
            <a:off x="1066800" y="3619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200" b="1">
                <a:ln w="7144">
                  <a:solidFill>
                    <a:srgbClr val="FFFFFF">
                      <a:alpha val="0"/>
                    </a:srgbClr>
                  </a:solidFill>
                  <a:prstDash val="solid"/>
                </a:ln>
                <a:solidFill>
                  <a:srgbClr val="151515"/>
                </a:solidFill>
                <a:latin typeface="맑은 고딕"/>
                <a:ea typeface="맑은 고딕"/>
                <a:cs typeface="맑은 고딕"/>
              </a:defRPr>
            </a:pPr>
            <a:r>
              <a:rPr sz="1200" b="1">
                <a:ln w="7144">
                  <a:solidFill>
                    <a:srgbClr val="FFFFFF">
                      <a:alpha val="0"/>
                    </a:srgbClr>
                  </a:solidFill>
                  <a:prstDash val="solid"/>
                </a:ln>
                <a:solidFill>
                  <a:srgbClr val="151515"/>
                </a:solidFill>
                <a:latin typeface="맑은 고딕"/>
                <a:ea typeface="맑은 고딕"/>
                <a:cs typeface="맑은 고딕"/>
              </a:rPr>
              <a:t>운영 정책 / Config</a:t>
            </a:r>
          </a:p>
        </p:txBody>
      </p:sp>
      <p:sp>
        <p:nvSpPr>
          <p:cNvPr id="20" name="layer-desc-3">
            <a:extLst xmlns:a="http://schemas.openxmlformats.org/drawingml/2006/main">
              <a:ext uri="{FF2B5EF4-FFF2-40B4-BE49-F238E27FC236}">
                <a16:creationId xmlns:a16="http://schemas.microsoft.com/office/drawing/2014/main" id="{74A0A9AA-C1B5-4CAD-8801-FBA5515DED52}"/>
              </a:ext>
            </a:extLst>
          </p:cNvPr>
          <p:cNvSpPr>
            <a:spLocks xmlns:a="http://schemas.openxmlformats.org/drawingml/2006/main"/>
          </p:cNvSpPr>
          <p:nvPr/>
        </p:nvSpPr>
        <p:spPr>
          <a:xfrm xmlns:a="http://schemas.openxmlformats.org/drawingml/2006/main">
            <a:off x="3314700" y="3629025"/>
            <a:ext cx="3638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878" b="0">
                <a:ln w="7144">
                  <a:solidFill>
                    <a:srgbClr val="FFFFFF">
                      <a:alpha val="0"/>
                    </a:srgbClr>
                  </a:solidFill>
                  <a:prstDash val="solid"/>
                </a:ln>
                <a:solidFill>
                  <a:srgbClr val="777777"/>
                </a:solidFill>
                <a:latin typeface="맑은 고딕"/>
                <a:ea typeface="맑은 고딕"/>
                <a:cs typeface="맑은 고딕"/>
              </a:defRPr>
            </a:pPr>
            <a:r>
              <a:rPr sz="878" b="0">
                <a:ln w="7144">
                  <a:solidFill>
                    <a:srgbClr val="FFFFFF">
                      <a:alpha val="0"/>
                    </a:srgbClr>
                  </a:solidFill>
                  <a:prstDash val="solid"/>
                </a:ln>
                <a:solidFill>
                  <a:srgbClr val="777777"/>
                </a:solidFill>
                <a:latin typeface="맑은 고딕"/>
                <a:ea typeface="맑은 고딕"/>
                <a:cs typeface="맑은 고딕"/>
              </a:rPr>
              <a:t>사용 가능 Tool · Max Iterations · Timeout/Retry · Agent Profile</a:t>
            </a:r>
          </a:p>
        </p:txBody>
      </p:sp>
      <p:sp>
        <p:nvSpPr>
          <p:cNvPr id="21" name="layer-4">
            <a:extLst xmlns:a="http://schemas.openxmlformats.org/drawingml/2006/main">
              <a:ext uri="{FF2B5EF4-FFF2-40B4-BE49-F238E27FC236}">
                <a16:creationId xmlns:a16="http://schemas.microsoft.com/office/drawing/2014/main" id="{0F61C7C5-5A4A-4E5D-B9CE-9E5DFDD975C0}"/>
              </a:ext>
            </a:extLst>
          </p:cNvPr>
          <p:cNvSpPr>
            <a:spLocks xmlns:a="http://schemas.openxmlformats.org/drawingml/2006/main"/>
          </p:cNvSpPr>
          <p:nvPr/>
        </p:nvSpPr>
        <p:spPr>
          <a:xfrm xmlns:a="http://schemas.openxmlformats.org/drawingml/2006/main">
            <a:off x="457200" y="4267200"/>
            <a:ext cx="6705600" cy="609600"/>
          </a:xfrm>
          <a:prstGeom xmlns:a="http://schemas.openxmlformats.org/drawingml/2006/main" prst="roundRect">
            <a:avLst>
              <a:gd name="adj" fmla="val 9375"/>
            </a:avLst>
          </a:prstGeom>
          <a:solidFill xmlns:a="http://schemas.openxmlformats.org/drawingml/2006/main">
            <a:srgbClr val="F5F5F5"/>
          </a:solidFill>
          <a:ln xmlns:a="http://schemas.openxmlformats.org/drawingml/2006/main" w="9525">
            <a:solidFill>
              <a:srgbClr val="D6D6D6"/>
            </a:solidFill>
            <a:prstDash val="solid"/>
          </a:ln>
        </p:spPr>
      </p:sp>
      <p:sp>
        <p:nvSpPr>
          <p:cNvPr id="22" name="layer-num-4">
            <a:extLst xmlns:a="http://schemas.openxmlformats.org/drawingml/2006/main">
              <a:ext uri="{FF2B5EF4-FFF2-40B4-BE49-F238E27FC236}">
                <a16:creationId xmlns:a16="http://schemas.microsoft.com/office/drawing/2014/main" id="{CF49038A-BD30-4CAA-A21E-DD47D5106DA8}"/>
              </a:ext>
            </a:extLst>
          </p:cNvPr>
          <p:cNvSpPr>
            <a:spLocks xmlns:a="http://schemas.openxmlformats.org/drawingml/2006/main"/>
          </p:cNvSpPr>
          <p:nvPr/>
        </p:nvSpPr>
        <p:spPr>
          <a:xfrm xmlns:a="http://schemas.openxmlformats.org/drawingml/2006/main">
            <a:off x="638175" y="43624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863" b="1">
                <a:ln w="7144">
                  <a:solidFill>
                    <a:srgbClr val="FFFFFF">
                      <a:alpha val="0"/>
                    </a:srgbClr>
                  </a:solidFill>
                  <a:prstDash val="solid"/>
                </a:ln>
                <a:solidFill>
                  <a:srgbClr val="777777"/>
                </a:solidFill>
                <a:latin typeface="맑은 고딕"/>
                <a:ea typeface="맑은 고딕"/>
                <a:cs typeface="맑은 고딕"/>
              </a:defRPr>
            </a:pPr>
            <a:r>
              <a:rPr sz="863" b="1">
                <a:ln w="7144">
                  <a:solidFill>
                    <a:srgbClr val="FFFFFF">
                      <a:alpha val="0"/>
                    </a:srgbClr>
                  </a:solidFill>
                  <a:prstDash val="solid"/>
                </a:ln>
                <a:solidFill>
                  <a:srgbClr val="777777"/>
                </a:solidFill>
                <a:latin typeface="맑은 고딕"/>
                <a:ea typeface="맑은 고딕"/>
                <a:cs typeface="맑은 고딕"/>
              </a:rPr>
              <a:t>04</a:t>
            </a:r>
          </a:p>
        </p:txBody>
      </p:sp>
      <p:sp>
        <p:nvSpPr>
          <p:cNvPr id="23" name="layer-title-4">
            <a:extLst xmlns:a="http://schemas.openxmlformats.org/drawingml/2006/main">
              <a:ext uri="{FF2B5EF4-FFF2-40B4-BE49-F238E27FC236}">
                <a16:creationId xmlns:a16="http://schemas.microsoft.com/office/drawing/2014/main" id="{1C8D3919-DD3D-44C5-8747-174F664D1F3E}"/>
              </a:ext>
            </a:extLst>
          </p:cNvPr>
          <p:cNvSpPr>
            <a:spLocks xmlns:a="http://schemas.openxmlformats.org/drawingml/2006/main"/>
          </p:cNvSpPr>
          <p:nvPr/>
        </p:nvSpPr>
        <p:spPr>
          <a:xfrm xmlns:a="http://schemas.openxmlformats.org/drawingml/2006/main">
            <a:off x="1066800" y="43434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200" b="1">
                <a:ln w="7144">
                  <a:solidFill>
                    <a:srgbClr val="FFFFFF">
                      <a:alpha val="0"/>
                    </a:srgbClr>
                  </a:solidFill>
                  <a:prstDash val="solid"/>
                </a:ln>
                <a:solidFill>
                  <a:srgbClr val="151515"/>
                </a:solidFill>
                <a:latin typeface="맑은 고딕"/>
                <a:ea typeface="맑은 고딕"/>
                <a:cs typeface="맑은 고딕"/>
              </a:defRPr>
            </a:pPr>
            <a:r>
              <a:rPr sz="1200" b="1">
                <a:ln w="7144">
                  <a:solidFill>
                    <a:srgbClr val="FFFFFF">
                      <a:alpha val="0"/>
                    </a:srgbClr>
                  </a:solidFill>
                  <a:prstDash val="solid"/>
                </a:ln>
                <a:solidFill>
                  <a:srgbClr val="151515"/>
                </a:solidFill>
                <a:latin typeface="맑은 고딕"/>
                <a:ea typeface="맑은 고딕"/>
                <a:cs typeface="맑은 고딕"/>
              </a:rPr>
              <a:t>Markdown / Prompt</a:t>
            </a:r>
          </a:p>
        </p:txBody>
      </p:sp>
      <p:sp>
        <p:nvSpPr>
          <p:cNvPr id="24" name="layer-desc-4">
            <a:extLst xmlns:a="http://schemas.openxmlformats.org/drawingml/2006/main">
              <a:ext uri="{FF2B5EF4-FFF2-40B4-BE49-F238E27FC236}">
                <a16:creationId xmlns:a16="http://schemas.microsoft.com/office/drawing/2014/main" id="{9D38B6E4-85DD-4B0C-8CB3-D0AB2A9B35D8}"/>
              </a:ext>
            </a:extLst>
          </p:cNvPr>
          <p:cNvSpPr>
            <a:spLocks xmlns:a="http://schemas.openxmlformats.org/drawingml/2006/main"/>
          </p:cNvSpPr>
          <p:nvPr/>
        </p:nvSpPr>
        <p:spPr>
          <a:xfrm xmlns:a="http://schemas.openxmlformats.org/drawingml/2006/main">
            <a:off x="3314700" y="4352925"/>
            <a:ext cx="3638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878" b="0">
                <a:ln w="7144">
                  <a:solidFill>
                    <a:srgbClr val="FFFFFF">
                      <a:alpha val="0"/>
                    </a:srgbClr>
                  </a:solidFill>
                  <a:prstDash val="solid"/>
                </a:ln>
                <a:solidFill>
                  <a:srgbClr val="777777"/>
                </a:solidFill>
                <a:latin typeface="맑은 고딕"/>
                <a:ea typeface="맑은 고딕"/>
                <a:cs typeface="맑은 고딕"/>
              </a:defRPr>
            </a:pPr>
            <a:r>
              <a:rPr sz="878" b="0">
                <a:ln w="7144">
                  <a:solidFill>
                    <a:srgbClr val="FFFFFF">
                      <a:alpha val="0"/>
                    </a:srgbClr>
                  </a:solidFill>
                  <a:prstDash val="solid"/>
                </a:ln>
                <a:solidFill>
                  <a:srgbClr val="777777"/>
                </a:solidFill>
                <a:latin typeface="맑은 고딕"/>
                <a:ea typeface="맑은 고딕"/>
                <a:cs typeface="맑은 고딕"/>
              </a:rPr>
              <a:t>공통 행동원칙 · 응답 형식 · 확인사항 · 금지 행동</a:t>
            </a:r>
          </a:p>
        </p:txBody>
      </p:sp>
      <p:sp>
        <p:nvSpPr>
          <p:cNvPr id="25" name="tool-internal-control">
            <a:extLst xmlns:a="http://schemas.openxmlformats.org/drawingml/2006/main">
              <a:ext uri="{FF2B5EF4-FFF2-40B4-BE49-F238E27FC236}">
                <a16:creationId xmlns:a16="http://schemas.microsoft.com/office/drawing/2014/main" id="{A6984CBB-5338-4FFD-B170-0C2C821D1CA9}"/>
              </a:ext>
            </a:extLst>
          </p:cNvPr>
          <p:cNvSpPr>
            <a:spLocks xmlns:a="http://schemas.openxmlformats.org/drawingml/2006/main"/>
          </p:cNvSpPr>
          <p:nvPr/>
        </p:nvSpPr>
        <p:spPr>
          <a:xfrm xmlns:a="http://schemas.openxmlformats.org/drawingml/2006/main">
            <a:off x="457200" y="5105400"/>
            <a:ext cx="6705600" cy="5715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0478">
            <a:solidFill>
              <a:srgbClr val="4A4A4A"/>
            </a:solidFill>
            <a:prstDash val="solid"/>
          </a:ln>
        </p:spPr>
      </p:sp>
      <p:sp>
        <p:nvSpPr>
          <p:cNvPr id="26" name="tool-internal-title">
            <a:extLst xmlns:a="http://schemas.openxmlformats.org/drawingml/2006/main">
              <a:ext uri="{FF2B5EF4-FFF2-40B4-BE49-F238E27FC236}">
                <a16:creationId xmlns:a16="http://schemas.microsoft.com/office/drawing/2014/main" id="{A2E4B4C3-94B7-4BC3-BF0C-113D42C390CC}"/>
              </a:ext>
            </a:extLst>
          </p:cNvPr>
          <p:cNvSpPr>
            <a:spLocks xmlns:a="http://schemas.openxmlformats.org/drawingml/2006/main"/>
          </p:cNvSpPr>
          <p:nvPr/>
        </p:nvSpPr>
        <p:spPr>
          <a:xfrm xmlns:a="http://schemas.openxmlformats.org/drawingml/2006/main">
            <a:off x="647700" y="52101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125" b="1">
                <a:ln w="7144">
                  <a:solidFill>
                    <a:srgbClr val="FFFFFF">
                      <a:alpha val="0"/>
                    </a:srgbClr>
                  </a:solidFill>
                  <a:prstDash val="solid"/>
                </a:ln>
                <a:solidFill>
                  <a:srgbClr val="151515"/>
                </a:solidFill>
                <a:latin typeface="맑은 고딕"/>
                <a:ea typeface="맑은 고딕"/>
                <a:cs typeface="맑은 고딕"/>
              </a:defRPr>
            </a:pPr>
            <a:r>
              <a:rPr sz="1125" b="1">
                <a:ln w="7144">
                  <a:solidFill>
                    <a:srgbClr val="FFFFFF">
                      <a:alpha val="0"/>
                    </a:srgbClr>
                  </a:solidFill>
                  <a:prstDash val="solid"/>
                </a:ln>
                <a:solidFill>
                  <a:srgbClr val="151515"/>
                </a:solidFill>
                <a:latin typeface="맑은 고딕"/>
                <a:ea typeface="맑은 고딕"/>
                <a:cs typeface="맑은 고딕"/>
              </a:rPr>
              <a:t>Tool 내부 통제</a:t>
            </a:r>
          </a:p>
        </p:txBody>
      </p:sp>
      <p:sp>
        <p:nvSpPr>
          <p:cNvPr id="27" name="tool-internal-desc">
            <a:extLst xmlns:a="http://schemas.openxmlformats.org/drawingml/2006/main">
              <a:ext uri="{FF2B5EF4-FFF2-40B4-BE49-F238E27FC236}">
                <a16:creationId xmlns:a16="http://schemas.microsoft.com/office/drawing/2014/main" id="{86D9D0E3-BF0B-4257-A7C6-7F98A6205FDA}"/>
              </a:ext>
            </a:extLst>
          </p:cNvPr>
          <p:cNvSpPr>
            <a:spLocks xmlns:a="http://schemas.openxmlformats.org/drawingml/2006/main"/>
          </p:cNvSpPr>
          <p:nvPr/>
        </p:nvSpPr>
        <p:spPr>
          <a:xfrm xmlns:a="http://schemas.openxmlformats.org/drawingml/2006/main">
            <a:off x="2143125" y="5210175"/>
            <a:ext cx="4810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863" b="0">
                <a:ln w="7144">
                  <a:solidFill>
                    <a:srgbClr val="FFFFFF">
                      <a:alpha val="0"/>
                    </a:srgbClr>
                  </a:solidFill>
                  <a:prstDash val="solid"/>
                </a:ln>
                <a:solidFill>
                  <a:srgbClr val="777777"/>
                </a:solidFill>
                <a:latin typeface="맑은 고딕"/>
                <a:ea typeface="맑은 고딕"/>
                <a:cs typeface="맑은 고딕"/>
              </a:defRPr>
            </a:pPr>
            <a:r>
              <a:rPr sz="863" b="0">
                <a:ln w="7144">
                  <a:solidFill>
                    <a:srgbClr val="FFFFFF">
                      <a:alpha val="0"/>
                    </a:srgbClr>
                  </a:solidFill>
                  <a:prstDash val="solid"/>
                </a:ln>
                <a:solidFill>
                  <a:srgbClr val="777777"/>
                </a:solidFill>
                <a:latin typeface="맑은 고딕"/>
                <a:ea typeface="맑은 고딕"/>
                <a:cs typeface="맑은 고딕"/>
              </a:rPr>
              <a:t>실제 시스템 권한 · Transaction · 업무규칙은 Tool 또는 기존 인증체계에서 최종 확인</a:t>
            </a:r>
          </a:p>
        </p:txBody>
      </p:sp>
      <p:sp>
        <p:nvSpPr>
          <p:cNvPr id="28" name="label-box-어디에서 관리할까?">
            <a:extLst xmlns:a="http://schemas.openxmlformats.org/drawingml/2006/main">
              <a:ext uri="{FF2B5EF4-FFF2-40B4-BE49-F238E27FC236}">
                <a16:creationId xmlns:a16="http://schemas.microsoft.com/office/drawing/2014/main" id="{358EAA93-84AF-4596-8C10-CC4E0D47CAFD}"/>
              </a:ext>
            </a:extLst>
          </p:cNvPr>
          <p:cNvSpPr>
            <a:spLocks xmlns:a="http://schemas.openxmlformats.org/drawingml/2006/main"/>
          </p:cNvSpPr>
          <p:nvPr/>
        </p:nvSpPr>
        <p:spPr>
          <a:xfrm xmlns:a="http://schemas.openxmlformats.org/drawingml/2006/main">
            <a:off x="7581900" y="1685925"/>
            <a:ext cx="1866900" cy="266700"/>
          </a:xfrm>
          <a:prstGeom xmlns:a="http://schemas.openxmlformats.org/drawingml/2006/main" prst="roundRect">
            <a:avLst>
              <a:gd name="adj" fmla="val 7143"/>
            </a:avLst>
          </a:prstGeom>
          <a:solidFill xmlns:a="http://schemas.openxmlformats.org/drawingml/2006/main">
            <a:srgbClr val="303030"/>
          </a:solidFill>
          <a:ln xmlns:a="http://schemas.openxmlformats.org/drawingml/2006/main" w="9525">
            <a:solidFill>
              <a:srgbClr val="303030"/>
            </a:solidFill>
            <a:prstDash val="solid"/>
          </a:ln>
        </p:spPr>
      </p:sp>
      <p:sp>
        <p:nvSpPr>
          <p:cNvPr id="29" name="label-text-어디에서 관리할까?">
            <a:extLst xmlns:a="http://schemas.openxmlformats.org/drawingml/2006/main">
              <a:ext uri="{FF2B5EF4-FFF2-40B4-BE49-F238E27FC236}">
                <a16:creationId xmlns:a16="http://schemas.microsoft.com/office/drawing/2014/main" id="{442A0724-61B7-4916-9412-5C0B6AEBDA20}"/>
              </a:ext>
            </a:extLst>
          </p:cNvPr>
          <p:cNvSpPr>
            <a:spLocks xmlns:a="http://schemas.openxmlformats.org/drawingml/2006/main"/>
          </p:cNvSpPr>
          <p:nvPr/>
        </p:nvSpPr>
        <p:spPr>
          <a:xfrm xmlns:a="http://schemas.openxmlformats.org/drawingml/2006/main">
            <a:off x="7677150" y="1685925"/>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938" b="1">
                <a:ln w="7144">
                  <a:solidFill>
                    <a:srgbClr val="FFFFFF">
                      <a:alpha val="0"/>
                    </a:srgbClr>
                  </a:solidFill>
                  <a:prstDash val="solid"/>
                </a:ln>
                <a:solidFill>
                  <a:srgbClr val="FFFFFF"/>
                </a:solidFill>
                <a:latin typeface="맑은 고딕"/>
                <a:ea typeface="맑은 고딕"/>
                <a:cs typeface="맑은 고딕"/>
              </a:defRPr>
            </a:pPr>
            <a:r>
              <a:rPr sz="938" b="1">
                <a:ln w="7144">
                  <a:solidFill>
                    <a:srgbClr val="FFFFFF">
                      <a:alpha val="0"/>
                    </a:srgbClr>
                  </a:solidFill>
                  <a:prstDash val="solid"/>
                </a:ln>
                <a:solidFill>
                  <a:srgbClr val="FFFFFF"/>
                </a:solidFill>
                <a:latin typeface="맑은 고딕"/>
                <a:ea typeface="맑은 고딕"/>
                <a:cs typeface="맑은 고딕"/>
              </a:rPr>
              <a:t>어디에서 관리할까?</a:t>
            </a:r>
          </a:p>
        </p:txBody>
      </p:sp>
      <p:sp>
        <p:nvSpPr>
          <p:cNvPr id="30" name="management-1">
            <a:extLst xmlns:a="http://schemas.openxmlformats.org/drawingml/2006/main">
              <a:ext uri="{FF2B5EF4-FFF2-40B4-BE49-F238E27FC236}">
                <a16:creationId xmlns:a16="http://schemas.microsoft.com/office/drawing/2014/main" id="{2D49EA74-6A51-4EDE-A18C-6BB8443DA27D}"/>
              </a:ext>
            </a:extLst>
          </p:cNvPr>
          <p:cNvSpPr>
            <a:spLocks xmlns:a="http://schemas.openxmlformats.org/drawingml/2006/main"/>
          </p:cNvSpPr>
          <p:nvPr/>
        </p:nvSpPr>
        <p:spPr>
          <a:xfrm xmlns:a="http://schemas.openxmlformats.org/drawingml/2006/main">
            <a:off x="7581900" y="2095500"/>
            <a:ext cx="4152900" cy="1104900"/>
          </a:xfrm>
          <a:prstGeom xmlns:a="http://schemas.openxmlformats.org/drawingml/2006/main" prst="roundRect">
            <a:avLst>
              <a:gd name="adj" fmla="val 5172"/>
            </a:avLst>
          </a:prstGeom>
          <a:solidFill xmlns:a="http://schemas.openxmlformats.org/drawingml/2006/main">
            <a:srgbClr val="151515"/>
          </a:solidFill>
          <a:ln xmlns:a="http://schemas.openxmlformats.org/drawingml/2006/main" w="9525">
            <a:solidFill>
              <a:srgbClr val="151515"/>
            </a:solidFill>
            <a:prstDash val="solid"/>
          </a:ln>
        </p:spPr>
      </p:sp>
      <p:sp>
        <p:nvSpPr>
          <p:cNvPr id="31" name="management-title-1">
            <a:extLst xmlns:a="http://schemas.openxmlformats.org/drawingml/2006/main">
              <a:ext uri="{FF2B5EF4-FFF2-40B4-BE49-F238E27FC236}">
                <a16:creationId xmlns:a16="http://schemas.microsoft.com/office/drawing/2014/main" id="{53449B45-0BFB-4DF9-AD8F-226C324F6BCA}"/>
              </a:ext>
            </a:extLst>
          </p:cNvPr>
          <p:cNvSpPr>
            <a:spLocks xmlns:a="http://schemas.openxmlformats.org/drawingml/2006/main"/>
          </p:cNvSpPr>
          <p:nvPr/>
        </p:nvSpPr>
        <p:spPr>
          <a:xfrm xmlns:a="http://schemas.openxmlformats.org/drawingml/2006/main">
            <a:off x="7791450" y="2219325"/>
            <a:ext cx="3733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163" b="1">
                <a:ln w="7144">
                  <a:solidFill>
                    <a:srgbClr val="FFFFFF">
                      <a:alpha val="0"/>
                    </a:srgbClr>
                  </a:solidFill>
                  <a:prstDash val="solid"/>
                </a:ln>
                <a:solidFill>
                  <a:srgbClr val="FFFFFF"/>
                </a:solidFill>
                <a:latin typeface="맑은 고딕"/>
                <a:ea typeface="맑은 고딕"/>
                <a:cs typeface="맑은 고딕"/>
              </a:defRPr>
            </a:pPr>
            <a:r>
              <a:rPr sz="1163" b="1">
                <a:ln w="7144">
                  <a:solidFill>
                    <a:srgbClr val="FFFFFF">
                      <a:alpha val="0"/>
                    </a:srgbClr>
                  </a:solidFill>
                  <a:prstDash val="solid"/>
                </a:ln>
                <a:solidFill>
                  <a:srgbClr val="FFFFFF"/>
                </a:solidFill>
                <a:latin typeface="맑은 고딕"/>
                <a:ea typeface="맑은 고딕"/>
                <a:cs typeface="맑은 고딕"/>
              </a:rPr>
              <a:t>코드 / Runtime에서 강제</a:t>
            </a:r>
          </a:p>
        </p:txBody>
      </p:sp>
      <p:sp>
        <p:nvSpPr>
          <p:cNvPr id="32" name="management-desc-1">
            <a:extLst xmlns:a="http://schemas.openxmlformats.org/drawingml/2006/main">
              <a:ext uri="{FF2B5EF4-FFF2-40B4-BE49-F238E27FC236}">
                <a16:creationId xmlns:a16="http://schemas.microsoft.com/office/drawing/2014/main" id="{A83A967D-8812-43E3-8A58-A6B7417567F8}"/>
              </a:ext>
            </a:extLst>
          </p:cNvPr>
          <p:cNvSpPr>
            <a:spLocks xmlns:a="http://schemas.openxmlformats.org/drawingml/2006/main"/>
          </p:cNvSpPr>
          <p:nvPr/>
        </p:nvSpPr>
        <p:spPr>
          <a:xfrm xmlns:a="http://schemas.openxmlformats.org/drawingml/2006/main">
            <a:off x="7791450" y="2524125"/>
            <a:ext cx="3733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0">
                <a:ln w="7144">
                  <a:solidFill>
                    <a:srgbClr val="FFFFFF">
                      <a:alpha val="0"/>
                    </a:srgbClr>
                  </a:solidFill>
                  <a:prstDash val="solid"/>
                </a:ln>
                <a:solidFill>
                  <a:srgbClr val="DADADA"/>
                </a:solidFill>
                <a:latin typeface="맑은 고딕"/>
                <a:ea typeface="맑은 고딕"/>
                <a:cs typeface="맑은 고딕"/>
              </a:defRPr>
            </a:pPr>
            <a:r>
              <a:rPr sz="863" b="0">
                <a:ln w="7144">
                  <a:solidFill>
                    <a:srgbClr val="FFFFFF">
                      <a:alpha val="0"/>
                    </a:srgbClr>
                  </a:solidFill>
                  <a:prstDash val="solid"/>
                </a:ln>
                <a:solidFill>
                  <a:srgbClr val="DADADA"/>
                </a:solidFill>
                <a:latin typeface="맑은 고딕"/>
                <a:ea typeface="맑은 고딕"/>
                <a:cs typeface="맑은 고딕"/>
              </a:rPr>
              <a:t>권한 차단 · 승인 · Timeout/Retry</a:t>
            </a:r>
          </a:p>
          <a:p xmlns:a="http://schemas.openxmlformats.org/drawingml/2006/main">
            <a:pPr algn="l">
              <a:buNone/>
              <a:defRPr sz="863" b="0">
                <a:ln w="7144">
                  <a:solidFill>
                    <a:srgbClr val="FFFFFF">
                      <a:alpha val="0"/>
                    </a:srgbClr>
                  </a:solidFill>
                  <a:prstDash val="solid"/>
                </a:ln>
                <a:solidFill>
                  <a:srgbClr val="DADADA"/>
                </a:solidFill>
                <a:latin typeface="맑은 고딕"/>
                <a:ea typeface="맑은 고딕"/>
                <a:cs typeface="맑은 고딕"/>
              </a:defRPr>
            </a:pPr>
            <a:r>
              <a:rPr sz="863" b="0">
                <a:ln w="7144">
                  <a:solidFill>
                    <a:srgbClr val="FFFFFF">
                      <a:alpha val="0"/>
                    </a:srgbClr>
                  </a:solidFill>
                  <a:prstDash val="solid"/>
                </a:ln>
                <a:solidFill>
                  <a:srgbClr val="DADADA"/>
                </a:solidFill>
                <a:latin typeface="맑은 고딕"/>
                <a:ea typeface="맑은 고딕"/>
                <a:cs typeface="맑은 고딕"/>
              </a:rPr>
              <a:t>Schema 검증 · 중복 방지 · Audit</a:t>
            </a:r>
          </a:p>
        </p:txBody>
      </p:sp>
      <p:sp>
        <p:nvSpPr>
          <p:cNvPr id="33" name="management-2">
            <a:extLst xmlns:a="http://schemas.openxmlformats.org/drawingml/2006/main">
              <a:ext uri="{FF2B5EF4-FFF2-40B4-BE49-F238E27FC236}">
                <a16:creationId xmlns:a16="http://schemas.microsoft.com/office/drawing/2014/main" id="{C749D484-DD9F-4F53-9BC5-0EBAAA33880C}"/>
              </a:ext>
            </a:extLst>
          </p:cNvPr>
          <p:cNvSpPr>
            <a:spLocks xmlns:a="http://schemas.openxmlformats.org/drawingml/2006/main"/>
          </p:cNvSpPr>
          <p:nvPr/>
        </p:nvSpPr>
        <p:spPr>
          <a:xfrm xmlns:a="http://schemas.openxmlformats.org/drawingml/2006/main">
            <a:off x="7581900" y="3314700"/>
            <a:ext cx="4152900" cy="876300"/>
          </a:xfrm>
          <a:prstGeom xmlns:a="http://schemas.openxmlformats.org/drawingml/2006/main" prst="roundRect">
            <a:avLst>
              <a:gd name="adj" fmla="val 6522"/>
            </a:avLst>
          </a:prstGeom>
          <a:solidFill xmlns:a="http://schemas.openxmlformats.org/drawingml/2006/main">
            <a:srgbClr val="E9E9E9"/>
          </a:solidFill>
          <a:ln xmlns:a="http://schemas.openxmlformats.org/drawingml/2006/main" w="9525">
            <a:solidFill>
              <a:srgbClr val="D6D6D6"/>
            </a:solidFill>
            <a:prstDash val="solid"/>
          </a:ln>
        </p:spPr>
      </p:sp>
      <p:sp>
        <p:nvSpPr>
          <p:cNvPr id="34" name="management-title-2">
            <a:extLst xmlns:a="http://schemas.openxmlformats.org/drawingml/2006/main">
              <a:ext uri="{FF2B5EF4-FFF2-40B4-BE49-F238E27FC236}">
                <a16:creationId xmlns:a16="http://schemas.microsoft.com/office/drawing/2014/main" id="{90299147-9405-44C1-A262-BF1F77726ECD}"/>
              </a:ext>
            </a:extLst>
          </p:cNvPr>
          <p:cNvSpPr>
            <a:spLocks xmlns:a="http://schemas.openxmlformats.org/drawingml/2006/main"/>
          </p:cNvSpPr>
          <p:nvPr/>
        </p:nvSpPr>
        <p:spPr>
          <a:xfrm xmlns:a="http://schemas.openxmlformats.org/drawingml/2006/main">
            <a:off x="7791450" y="3438525"/>
            <a:ext cx="3733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163" b="1">
                <a:ln w="7144">
                  <a:solidFill>
                    <a:srgbClr val="FFFFFF">
                      <a:alpha val="0"/>
                    </a:srgbClr>
                  </a:solidFill>
                  <a:prstDash val="solid"/>
                </a:ln>
                <a:solidFill>
                  <a:srgbClr val="151515"/>
                </a:solidFill>
                <a:latin typeface="맑은 고딕"/>
                <a:ea typeface="맑은 고딕"/>
                <a:cs typeface="맑은 고딕"/>
              </a:defRPr>
            </a:pPr>
            <a:r>
              <a:rPr sz="1163" b="1">
                <a:ln w="7144">
                  <a:solidFill>
                    <a:srgbClr val="FFFFFF">
                      <a:alpha val="0"/>
                    </a:srgbClr>
                  </a:solidFill>
                  <a:prstDash val="solid"/>
                </a:ln>
                <a:solidFill>
                  <a:srgbClr val="151515"/>
                </a:solidFill>
                <a:latin typeface="맑은 고딕"/>
                <a:ea typeface="맑은 고딕"/>
                <a:cs typeface="맑은 고딕"/>
              </a:rPr>
              <a:t>설정으로 관리</a:t>
            </a:r>
          </a:p>
        </p:txBody>
      </p:sp>
      <p:sp>
        <p:nvSpPr>
          <p:cNvPr id="35" name="management-desc-2">
            <a:extLst xmlns:a="http://schemas.openxmlformats.org/drawingml/2006/main">
              <a:ext uri="{FF2B5EF4-FFF2-40B4-BE49-F238E27FC236}">
                <a16:creationId xmlns:a16="http://schemas.microsoft.com/office/drawing/2014/main" id="{1295CEBC-157B-473A-9899-40CE387C4DAD}"/>
              </a:ext>
            </a:extLst>
          </p:cNvPr>
          <p:cNvSpPr>
            <a:spLocks xmlns:a="http://schemas.openxmlformats.org/drawingml/2006/main"/>
          </p:cNvSpPr>
          <p:nvPr/>
        </p:nvSpPr>
        <p:spPr>
          <a:xfrm xmlns:a="http://schemas.openxmlformats.org/drawingml/2006/main">
            <a:off x="7791450" y="3743325"/>
            <a:ext cx="3733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0">
                <a:ln w="7144">
                  <a:solidFill>
                    <a:srgbClr val="FFFFFF">
                      <a:alpha val="0"/>
                    </a:srgbClr>
                  </a:solidFill>
                  <a:prstDash val="solid"/>
                </a:ln>
                <a:solidFill>
                  <a:srgbClr val="777777"/>
                </a:solidFill>
                <a:latin typeface="맑은 고딕"/>
                <a:ea typeface="맑은 고딕"/>
                <a:cs typeface="맑은 고딕"/>
              </a:defRPr>
            </a:pPr>
            <a:r>
              <a:rPr sz="863" b="0">
                <a:ln w="7144">
                  <a:solidFill>
                    <a:srgbClr val="FFFFFF">
                      <a:alpha val="0"/>
                    </a:srgbClr>
                  </a:solidFill>
                  <a:prstDash val="solid"/>
                </a:ln>
                <a:solidFill>
                  <a:srgbClr val="777777"/>
                </a:solidFill>
                <a:latin typeface="맑은 고딕"/>
                <a:ea typeface="맑은 고딕"/>
                <a:cs typeface="맑은 고딕"/>
              </a:rPr>
              <a:t>사용 가능 Tool · 실행 한도 · 승인 정책 · Profile</a:t>
            </a:r>
          </a:p>
        </p:txBody>
      </p:sp>
      <p:sp>
        <p:nvSpPr>
          <p:cNvPr id="36" name="management-3">
            <a:extLst xmlns:a="http://schemas.openxmlformats.org/drawingml/2006/main">
              <a:ext uri="{FF2B5EF4-FFF2-40B4-BE49-F238E27FC236}">
                <a16:creationId xmlns:a16="http://schemas.microsoft.com/office/drawing/2014/main" id="{9900B561-5671-4ADC-B455-540283493A02}"/>
              </a:ext>
            </a:extLst>
          </p:cNvPr>
          <p:cNvSpPr>
            <a:spLocks xmlns:a="http://schemas.openxmlformats.org/drawingml/2006/main"/>
          </p:cNvSpPr>
          <p:nvPr/>
        </p:nvSpPr>
        <p:spPr>
          <a:xfrm xmlns:a="http://schemas.openxmlformats.org/drawingml/2006/main">
            <a:off x="7581900" y="4305300"/>
            <a:ext cx="4152900" cy="990600"/>
          </a:xfrm>
          <a:prstGeom xmlns:a="http://schemas.openxmlformats.org/drawingml/2006/main" prst="roundRect">
            <a:avLst>
              <a:gd name="adj" fmla="val 5769"/>
            </a:avLst>
          </a:prstGeom>
          <a:solidFill xmlns:a="http://schemas.openxmlformats.org/drawingml/2006/main">
            <a:srgbClr val="F5F5F5"/>
          </a:solidFill>
          <a:ln xmlns:a="http://schemas.openxmlformats.org/drawingml/2006/main" w="9525">
            <a:solidFill>
              <a:srgbClr val="D6D6D6"/>
            </a:solidFill>
            <a:prstDash val="solid"/>
          </a:ln>
        </p:spPr>
      </p:sp>
      <p:sp>
        <p:nvSpPr>
          <p:cNvPr id="37" name="management-title-3">
            <a:extLst xmlns:a="http://schemas.openxmlformats.org/drawingml/2006/main">
              <a:ext uri="{FF2B5EF4-FFF2-40B4-BE49-F238E27FC236}">
                <a16:creationId xmlns:a16="http://schemas.microsoft.com/office/drawing/2014/main" id="{53B85C60-A329-4F62-963A-69142EFB1D21}"/>
              </a:ext>
            </a:extLst>
          </p:cNvPr>
          <p:cNvSpPr>
            <a:spLocks xmlns:a="http://schemas.openxmlformats.org/drawingml/2006/main"/>
          </p:cNvSpPr>
          <p:nvPr/>
        </p:nvSpPr>
        <p:spPr>
          <a:xfrm xmlns:a="http://schemas.openxmlformats.org/drawingml/2006/main">
            <a:off x="7791450" y="4429125"/>
            <a:ext cx="3733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163" b="1">
                <a:ln w="7144">
                  <a:solidFill>
                    <a:srgbClr val="FFFFFF">
                      <a:alpha val="0"/>
                    </a:srgbClr>
                  </a:solidFill>
                  <a:prstDash val="solid"/>
                </a:ln>
                <a:solidFill>
                  <a:srgbClr val="151515"/>
                </a:solidFill>
                <a:latin typeface="맑은 고딕"/>
                <a:ea typeface="맑은 고딕"/>
                <a:cs typeface="맑은 고딕"/>
              </a:defRPr>
            </a:pPr>
            <a:r>
              <a:rPr sz="1163" b="1">
                <a:ln w="7144">
                  <a:solidFill>
                    <a:srgbClr val="FFFFFF">
                      <a:alpha val="0"/>
                    </a:srgbClr>
                  </a:solidFill>
                  <a:prstDash val="solid"/>
                </a:ln>
                <a:solidFill>
                  <a:srgbClr val="151515"/>
                </a:solidFill>
                <a:latin typeface="맑은 고딕"/>
                <a:ea typeface="맑은 고딕"/>
                <a:cs typeface="맑은 고딕"/>
              </a:rPr>
              <a:t>Markdown / Prompt로 안내</a:t>
            </a:r>
          </a:p>
        </p:txBody>
      </p:sp>
      <p:sp>
        <p:nvSpPr>
          <p:cNvPr id="38" name="management-desc-3">
            <a:extLst xmlns:a="http://schemas.openxmlformats.org/drawingml/2006/main">
              <a:ext uri="{FF2B5EF4-FFF2-40B4-BE49-F238E27FC236}">
                <a16:creationId xmlns:a16="http://schemas.microsoft.com/office/drawing/2014/main" id="{72E6D1EA-1B22-40AC-9841-CE97F0CDE18E}"/>
              </a:ext>
            </a:extLst>
          </p:cNvPr>
          <p:cNvSpPr>
            <a:spLocks xmlns:a="http://schemas.openxmlformats.org/drawingml/2006/main"/>
          </p:cNvSpPr>
          <p:nvPr/>
        </p:nvSpPr>
        <p:spPr>
          <a:xfrm xmlns:a="http://schemas.openxmlformats.org/drawingml/2006/main">
            <a:off x="7791450" y="4733925"/>
            <a:ext cx="3733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0">
                <a:ln w="7144">
                  <a:solidFill>
                    <a:srgbClr val="FFFFFF">
                      <a:alpha val="0"/>
                    </a:srgbClr>
                  </a:solidFill>
                  <a:prstDash val="solid"/>
                </a:ln>
                <a:solidFill>
                  <a:srgbClr val="777777"/>
                </a:solidFill>
                <a:latin typeface="맑은 고딕"/>
                <a:ea typeface="맑은 고딕"/>
                <a:cs typeface="맑은 고딕"/>
              </a:defRPr>
            </a:pPr>
            <a:r>
              <a:rPr sz="863" b="0">
                <a:ln w="7144">
                  <a:solidFill>
                    <a:srgbClr val="FFFFFF">
                      <a:alpha val="0"/>
                    </a:srgbClr>
                  </a:solidFill>
                  <a:prstDash val="solid"/>
                </a:ln>
                <a:solidFill>
                  <a:srgbClr val="777777"/>
                </a:solidFill>
                <a:latin typeface="맑은 고딕"/>
                <a:ea typeface="맑은 고딕"/>
                <a:cs typeface="맑은 고딕"/>
              </a:rPr>
              <a:t>행동원칙 · 업무 지식 · 응답 형식</a:t>
            </a:r>
          </a:p>
          <a:p xmlns:a="http://schemas.openxmlformats.org/drawingml/2006/main">
            <a:pPr algn="l">
              <a:buNone/>
              <a:defRPr sz="863" b="0">
                <a:ln w="7144">
                  <a:solidFill>
                    <a:srgbClr val="FFFFFF">
                      <a:alpha val="0"/>
                    </a:srgbClr>
                  </a:solidFill>
                  <a:prstDash val="solid"/>
                </a:ln>
                <a:solidFill>
                  <a:srgbClr val="777777"/>
                </a:solidFill>
                <a:latin typeface="맑은 고딕"/>
                <a:ea typeface="맑은 고딕"/>
                <a:cs typeface="맑은 고딕"/>
              </a:defRPr>
            </a:pPr>
            <a:r>
              <a:rPr sz="863" b="0">
                <a:ln w="7144">
                  <a:solidFill>
                    <a:srgbClr val="FFFFFF">
                      <a:alpha val="0"/>
                    </a:srgbClr>
                  </a:solidFill>
                  <a:prstDash val="solid"/>
                </a:ln>
                <a:solidFill>
                  <a:srgbClr val="777777"/>
                </a:solidFill>
                <a:latin typeface="맑은 고딕"/>
                <a:ea typeface="맑은 고딕"/>
                <a:cs typeface="맑은 고딕"/>
              </a:rPr>
              <a:t>보안 통제를 대신할 수는 없음</a:t>
            </a:r>
          </a:p>
        </p:txBody>
      </p:sp>
      <p:sp>
        <p:nvSpPr>
          <p:cNvPr id="39" name="profile-strip">
            <a:extLst xmlns:a="http://schemas.openxmlformats.org/drawingml/2006/main">
              <a:ext uri="{FF2B5EF4-FFF2-40B4-BE49-F238E27FC236}">
                <a16:creationId xmlns:a16="http://schemas.microsoft.com/office/drawing/2014/main" id="{D52B7171-0599-4197-A5FB-A458D18ECAD6}"/>
              </a:ext>
            </a:extLst>
          </p:cNvPr>
          <p:cNvSpPr>
            <a:spLocks xmlns:a="http://schemas.openxmlformats.org/drawingml/2006/main"/>
          </p:cNvSpPr>
          <p:nvPr/>
        </p:nvSpPr>
        <p:spPr>
          <a:xfrm xmlns:a="http://schemas.openxmlformats.org/drawingml/2006/main">
            <a:off x="7581900" y="5343525"/>
            <a:ext cx="4152900" cy="333375"/>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4A4A4A"/>
            </a:solidFill>
            <a:prstDash val="solid"/>
          </a:ln>
        </p:spPr>
      </p:sp>
      <p:sp>
        <p:nvSpPr>
          <p:cNvPr id="40" name="profile-strip-text">
            <a:extLst xmlns:a="http://schemas.openxmlformats.org/drawingml/2006/main">
              <a:ext uri="{FF2B5EF4-FFF2-40B4-BE49-F238E27FC236}">
                <a16:creationId xmlns:a16="http://schemas.microsoft.com/office/drawing/2014/main" id="{E9C82849-514F-4C78-BBE8-704332123687}"/>
              </a:ext>
            </a:extLst>
          </p:cNvPr>
          <p:cNvSpPr>
            <a:spLocks xmlns:a="http://schemas.openxmlformats.org/drawingml/2006/main"/>
          </p:cNvSpPr>
          <p:nvPr/>
        </p:nvSpPr>
        <p:spPr>
          <a:xfrm xmlns:a="http://schemas.openxmlformats.org/drawingml/2006/main">
            <a:off x="7734300" y="5410200"/>
            <a:ext cx="38481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863" b="1">
                <a:ln w="7144">
                  <a:solidFill>
                    <a:srgbClr val="FFFFFF">
                      <a:alpha val="0"/>
                    </a:srgbClr>
                  </a:solidFill>
                  <a:prstDash val="solid"/>
                </a:ln>
                <a:solidFill>
                  <a:srgbClr val="4A4A4A"/>
                </a:solidFill>
                <a:latin typeface="맑은 고딕"/>
                <a:ea typeface="맑은 고딕"/>
                <a:cs typeface="맑은 고딕"/>
              </a:defRPr>
            </a:pPr>
            <a:r>
              <a:rPr sz="863" b="1">
                <a:ln w="7144">
                  <a:solidFill>
                    <a:srgbClr val="FFFFFF">
                      <a:alpha val="0"/>
                    </a:srgbClr>
                  </a:solidFill>
                  <a:prstDash val="solid"/>
                </a:ln>
                <a:solidFill>
                  <a:srgbClr val="4A4A4A"/>
                </a:solidFill>
                <a:latin typeface="맑은 고딕"/>
                <a:ea typeface="맑은 고딕"/>
                <a:cs typeface="맑은 고딕"/>
              </a:rPr>
              <a:t>공통 Harness  →  Profile A  ·  Profile B  ·  Profile C</a:t>
            </a:r>
          </a:p>
        </p:txBody>
      </p:sp>
      <p:sp>
        <p:nvSpPr>
          <p:cNvPr id="41" name="s2-summary-band">
            <a:extLst xmlns:a="http://schemas.openxmlformats.org/drawingml/2006/main">
              <a:ext uri="{FF2B5EF4-FFF2-40B4-BE49-F238E27FC236}">
                <a16:creationId xmlns:a16="http://schemas.microsoft.com/office/drawing/2014/main" id="{74583D3D-A65E-4639-87AB-ADE58DF33530}"/>
              </a:ext>
            </a:extLst>
          </p:cNvPr>
          <p:cNvSpPr>
            <a:spLocks xmlns:a="http://schemas.openxmlformats.org/drawingml/2006/main"/>
          </p:cNvSpPr>
          <p:nvPr/>
        </p:nvSpPr>
        <p:spPr>
          <a:xfrm xmlns:a="http://schemas.openxmlformats.org/drawingml/2006/main">
            <a:off x="457200" y="5953125"/>
            <a:ext cx="11277600" cy="657225"/>
          </a:xfrm>
          <a:prstGeom xmlns:a="http://schemas.openxmlformats.org/drawingml/2006/main" prst="roundRect">
            <a:avLst>
              <a:gd name="adj" fmla="val 2899"/>
            </a:avLst>
          </a:prstGeom>
          <a:solidFill xmlns:a="http://schemas.openxmlformats.org/drawingml/2006/main">
            <a:srgbClr val="151515"/>
          </a:solidFill>
          <a:ln xmlns:a="http://schemas.openxmlformats.org/drawingml/2006/main" w="9525">
            <a:solidFill>
              <a:srgbClr val="151515"/>
            </a:solidFill>
            <a:prstDash val="solid"/>
          </a:ln>
        </p:spPr>
      </p:sp>
      <p:sp>
        <p:nvSpPr>
          <p:cNvPr id="42" name="skill-vs-harness">
            <a:extLst xmlns:a="http://schemas.openxmlformats.org/drawingml/2006/main">
              <a:ext uri="{FF2B5EF4-FFF2-40B4-BE49-F238E27FC236}">
                <a16:creationId xmlns:a16="http://schemas.microsoft.com/office/drawing/2014/main" id="{EF3CA87F-C45D-4A70-B3E6-96870E8D248C}"/>
              </a:ext>
            </a:extLst>
          </p:cNvPr>
          <p:cNvSpPr>
            <a:spLocks xmlns:a="http://schemas.openxmlformats.org/drawingml/2006/main"/>
          </p:cNvSpPr>
          <p:nvPr/>
        </p:nvSpPr>
        <p:spPr>
          <a:xfrm xmlns:a="http://schemas.openxmlformats.org/drawingml/2006/main">
            <a:off x="685800" y="6067425"/>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ln w="7144">
                  <a:solidFill>
                    <a:srgbClr val="FFFFFF">
                      <a:alpha val="0"/>
                    </a:srgbClr>
                  </a:solidFill>
                  <a:prstDash val="solid"/>
                </a:ln>
                <a:solidFill>
                  <a:srgbClr val="FFFFFF"/>
                </a:solidFill>
                <a:latin typeface="맑은 고딕"/>
                <a:ea typeface="맑은 고딕"/>
                <a:cs typeface="맑은 고딕"/>
              </a:defRPr>
            </a:pPr>
            <a:r>
              <a:rPr sz="1125" b="1">
                <a:ln w="7144">
                  <a:solidFill>
                    <a:srgbClr val="FFFFFF">
                      <a:alpha val="0"/>
                    </a:srgbClr>
                  </a:solidFill>
                  <a:prstDash val="solid"/>
                </a:ln>
                <a:solidFill>
                  <a:srgbClr val="FFFFFF"/>
                </a:solidFill>
                <a:latin typeface="맑은 고딕"/>
                <a:ea typeface="맑은 고딕"/>
                <a:cs typeface="맑은 고딕"/>
              </a:rPr>
              <a:t>Skill = 특정 업무를 수행하는 방법    |    Harness = Agent 전체를 실행·허용·중단·복구하는 환경</a:t>
            </a:r>
          </a:p>
        </p:txBody>
      </p:sp>
      <p:sp>
        <p:nvSpPr>
          <p:cNvPr id="43" name="harness-md-note">
            <a:extLst xmlns:a="http://schemas.openxmlformats.org/drawingml/2006/main">
              <a:ext uri="{FF2B5EF4-FFF2-40B4-BE49-F238E27FC236}">
                <a16:creationId xmlns:a16="http://schemas.microsoft.com/office/drawing/2014/main" id="{A04234EC-08B0-4A84-B574-D22E1ACF12CE}"/>
              </a:ext>
            </a:extLst>
          </p:cNvPr>
          <p:cNvSpPr>
            <a:spLocks xmlns:a="http://schemas.openxmlformats.org/drawingml/2006/main"/>
          </p:cNvSpPr>
          <p:nvPr/>
        </p:nvSpPr>
        <p:spPr>
          <a:xfrm xmlns:a="http://schemas.openxmlformats.org/drawingml/2006/main">
            <a:off x="685800" y="6343650"/>
            <a:ext cx="10820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810" b="0">
                <a:ln w="7144">
                  <a:solidFill>
                    <a:srgbClr val="FFFFFF">
                      <a:alpha val="0"/>
                    </a:srgbClr>
                  </a:solidFill>
                  <a:prstDash val="solid"/>
                </a:ln>
                <a:solidFill>
                  <a:srgbClr val="CFCFCF"/>
                </a:solidFill>
                <a:latin typeface="맑은 고딕"/>
                <a:ea typeface="맑은 고딕"/>
                <a:cs typeface="맑은 고딕"/>
              </a:defRPr>
            </a:pPr>
            <a:r>
              <a:rPr sz="810" b="0">
                <a:ln w="7144">
                  <a:solidFill>
                    <a:srgbClr val="FFFFFF">
                      <a:alpha val="0"/>
                    </a:srgbClr>
                  </a:solidFill>
                  <a:prstDash val="solid"/>
                </a:ln>
                <a:solidFill>
                  <a:srgbClr val="CFCFCF"/>
                </a:solidFill>
                <a:latin typeface="맑은 고딕"/>
                <a:ea typeface="맑은 고딕"/>
                <a:cs typeface="맑은 고딕"/>
              </a:rPr>
              <a:t>‘HARNESS.md’라는 범용 표준은 없음. Markdown은 Harness가 참고하는 운영 지침의 일부일 뿐</a:t>
            </a:r>
          </a:p>
        </p:txBody>
      </p:sp>
    </p:spTree>
    <p:extLst>
      <p:ext uri="{BB962C8B-B14F-4D97-AF65-F5344CB8AC3E}">
        <p14:creationId xmlns:p14="http://schemas.microsoft.com/office/powerpoint/2010/main" val="20711341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2026-07-21T11:41:40.1550000Z</dcterms:created>
  <dcterms:modified xsi:type="dcterms:W3CDTF">2026-07-21T11:41:40.1550000Z</dcterms:modified>
</coreProperties>
</file>